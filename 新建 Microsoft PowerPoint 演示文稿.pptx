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8" r:id="rId3"/>
  </p:sldIdLst>
  <p:sldSz cx="13284200" cy="896461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75" d="100"/>
          <a:sy n="75" d="100"/>
        </p:scale>
        <p:origin x="36" y="1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96315" y="1467126"/>
            <a:ext cx="11291570" cy="3121013"/>
          </a:xfrm>
        </p:spPr>
        <p:txBody>
          <a:bodyPr anchor="b"/>
          <a:lstStyle>
            <a:lvl1pPr algn="ctr">
              <a:defRPr sz="7843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660525" y="4708498"/>
            <a:ext cx="9963150" cy="2164372"/>
          </a:xfrm>
        </p:spPr>
        <p:txBody>
          <a:bodyPr/>
          <a:lstStyle>
            <a:lvl1pPr marL="0" indent="0" algn="ctr">
              <a:buNone/>
              <a:defRPr sz="3137"/>
            </a:lvl1pPr>
            <a:lvl2pPr marL="597652" indent="0" algn="ctr">
              <a:buNone/>
              <a:defRPr sz="2614"/>
            </a:lvl2pPr>
            <a:lvl3pPr marL="1195304" indent="0" algn="ctr">
              <a:buNone/>
              <a:defRPr sz="2353"/>
            </a:lvl3pPr>
            <a:lvl4pPr marL="1792956" indent="0" algn="ctr">
              <a:buNone/>
              <a:defRPr sz="2092"/>
            </a:lvl4pPr>
            <a:lvl5pPr marL="2390607" indent="0" algn="ctr">
              <a:buNone/>
              <a:defRPr sz="2092"/>
            </a:lvl5pPr>
            <a:lvl6pPr marL="2988259" indent="0" algn="ctr">
              <a:buNone/>
              <a:defRPr sz="2092"/>
            </a:lvl6pPr>
            <a:lvl7pPr marL="3585911" indent="0" algn="ctr">
              <a:buNone/>
              <a:defRPr sz="2092"/>
            </a:lvl7pPr>
            <a:lvl8pPr marL="4183563" indent="0" algn="ctr">
              <a:buNone/>
              <a:defRPr sz="2092"/>
            </a:lvl8pPr>
            <a:lvl9pPr marL="4781215" indent="0" algn="ctr">
              <a:buNone/>
              <a:defRPr sz="2092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CDD894-4709-404C-90AE-C69278EB35BB}" type="datetimeFigureOut">
              <a:rPr lang="zh-CN" altLang="en-US" smtClean="0"/>
              <a:t>2024/5/18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5BA72C-AE5A-41DD-B30D-8CA79B24F5D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261036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CDD894-4709-404C-90AE-C69278EB35BB}" type="datetimeFigureOut">
              <a:rPr lang="zh-CN" altLang="en-US" smtClean="0"/>
              <a:t>2024/5/18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5BA72C-AE5A-41DD-B30D-8CA79B24F5D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306085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06370" y="2234931"/>
            <a:ext cx="11457623" cy="3729029"/>
          </a:xfrm>
        </p:spPr>
        <p:txBody>
          <a:bodyPr anchor="b"/>
          <a:lstStyle>
            <a:lvl1pPr>
              <a:defRPr sz="7843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06370" y="5999238"/>
            <a:ext cx="11457623" cy="1961008"/>
          </a:xfrm>
        </p:spPr>
        <p:txBody>
          <a:bodyPr/>
          <a:lstStyle>
            <a:lvl1pPr marL="0" indent="0">
              <a:buNone/>
              <a:defRPr sz="3137">
                <a:solidFill>
                  <a:schemeClr val="tx1"/>
                </a:solidFill>
              </a:defRPr>
            </a:lvl1pPr>
            <a:lvl2pPr marL="597652" indent="0">
              <a:buNone/>
              <a:defRPr sz="2614">
                <a:solidFill>
                  <a:schemeClr val="tx1">
                    <a:tint val="75000"/>
                  </a:schemeClr>
                </a:solidFill>
              </a:defRPr>
            </a:lvl2pPr>
            <a:lvl3pPr marL="1195304" indent="0">
              <a:buNone/>
              <a:defRPr sz="2353">
                <a:solidFill>
                  <a:schemeClr val="tx1">
                    <a:tint val="75000"/>
                  </a:schemeClr>
                </a:solidFill>
              </a:defRPr>
            </a:lvl3pPr>
            <a:lvl4pPr marL="1792956" indent="0">
              <a:buNone/>
              <a:defRPr sz="2092">
                <a:solidFill>
                  <a:schemeClr val="tx1">
                    <a:tint val="75000"/>
                  </a:schemeClr>
                </a:solidFill>
              </a:defRPr>
            </a:lvl4pPr>
            <a:lvl5pPr marL="2390607" indent="0">
              <a:buNone/>
              <a:defRPr sz="2092">
                <a:solidFill>
                  <a:schemeClr val="tx1">
                    <a:tint val="75000"/>
                  </a:schemeClr>
                </a:solidFill>
              </a:defRPr>
            </a:lvl5pPr>
            <a:lvl6pPr marL="2988259" indent="0">
              <a:buNone/>
              <a:defRPr sz="2092">
                <a:solidFill>
                  <a:schemeClr val="tx1">
                    <a:tint val="75000"/>
                  </a:schemeClr>
                </a:solidFill>
              </a:defRPr>
            </a:lvl6pPr>
            <a:lvl7pPr marL="3585911" indent="0">
              <a:buNone/>
              <a:defRPr sz="2092">
                <a:solidFill>
                  <a:schemeClr val="tx1">
                    <a:tint val="75000"/>
                  </a:schemeClr>
                </a:solidFill>
              </a:defRPr>
            </a:lvl7pPr>
            <a:lvl8pPr marL="4183563" indent="0">
              <a:buNone/>
              <a:defRPr sz="2092">
                <a:solidFill>
                  <a:schemeClr val="tx1">
                    <a:tint val="75000"/>
                  </a:schemeClr>
                </a:solidFill>
              </a:defRPr>
            </a:lvl8pPr>
            <a:lvl9pPr marL="4781215" indent="0">
              <a:buNone/>
              <a:defRPr sz="2092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CDD894-4709-404C-90AE-C69278EB35BB}" type="datetimeFigureOut">
              <a:rPr lang="zh-CN" altLang="en-US" smtClean="0"/>
              <a:t>2024/5/18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5BA72C-AE5A-41DD-B30D-8CA79B24F5D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8481461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13289" y="2386413"/>
            <a:ext cx="5645785" cy="5687965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25126" y="2386413"/>
            <a:ext cx="5645785" cy="5687965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CDD894-4709-404C-90AE-C69278EB35BB}" type="datetimeFigureOut">
              <a:rPr lang="zh-CN" altLang="en-US" smtClean="0"/>
              <a:t>2024/5/18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5BA72C-AE5A-41DD-B30D-8CA79B24F5D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0736253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5019" y="477285"/>
            <a:ext cx="11457623" cy="1732744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5021" y="2197576"/>
            <a:ext cx="5619838" cy="1076998"/>
          </a:xfrm>
        </p:spPr>
        <p:txBody>
          <a:bodyPr anchor="b"/>
          <a:lstStyle>
            <a:lvl1pPr marL="0" indent="0">
              <a:buNone/>
              <a:defRPr sz="3137" b="1"/>
            </a:lvl1pPr>
            <a:lvl2pPr marL="597652" indent="0">
              <a:buNone/>
              <a:defRPr sz="2614" b="1"/>
            </a:lvl2pPr>
            <a:lvl3pPr marL="1195304" indent="0">
              <a:buNone/>
              <a:defRPr sz="2353" b="1"/>
            </a:lvl3pPr>
            <a:lvl4pPr marL="1792956" indent="0">
              <a:buNone/>
              <a:defRPr sz="2092" b="1"/>
            </a:lvl4pPr>
            <a:lvl5pPr marL="2390607" indent="0">
              <a:buNone/>
              <a:defRPr sz="2092" b="1"/>
            </a:lvl5pPr>
            <a:lvl6pPr marL="2988259" indent="0">
              <a:buNone/>
              <a:defRPr sz="2092" b="1"/>
            </a:lvl6pPr>
            <a:lvl7pPr marL="3585911" indent="0">
              <a:buNone/>
              <a:defRPr sz="2092" b="1"/>
            </a:lvl7pPr>
            <a:lvl8pPr marL="4183563" indent="0">
              <a:buNone/>
              <a:defRPr sz="2092" b="1"/>
            </a:lvl8pPr>
            <a:lvl9pPr marL="4781215" indent="0">
              <a:buNone/>
              <a:defRPr sz="2092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15021" y="3274574"/>
            <a:ext cx="5619838" cy="4816405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725127" y="2197576"/>
            <a:ext cx="5647515" cy="1076998"/>
          </a:xfrm>
        </p:spPr>
        <p:txBody>
          <a:bodyPr anchor="b"/>
          <a:lstStyle>
            <a:lvl1pPr marL="0" indent="0">
              <a:buNone/>
              <a:defRPr sz="3137" b="1"/>
            </a:lvl1pPr>
            <a:lvl2pPr marL="597652" indent="0">
              <a:buNone/>
              <a:defRPr sz="2614" b="1"/>
            </a:lvl2pPr>
            <a:lvl3pPr marL="1195304" indent="0">
              <a:buNone/>
              <a:defRPr sz="2353" b="1"/>
            </a:lvl3pPr>
            <a:lvl4pPr marL="1792956" indent="0">
              <a:buNone/>
              <a:defRPr sz="2092" b="1"/>
            </a:lvl4pPr>
            <a:lvl5pPr marL="2390607" indent="0">
              <a:buNone/>
              <a:defRPr sz="2092" b="1"/>
            </a:lvl5pPr>
            <a:lvl6pPr marL="2988259" indent="0">
              <a:buNone/>
              <a:defRPr sz="2092" b="1"/>
            </a:lvl6pPr>
            <a:lvl7pPr marL="3585911" indent="0">
              <a:buNone/>
              <a:defRPr sz="2092" b="1"/>
            </a:lvl7pPr>
            <a:lvl8pPr marL="4183563" indent="0">
              <a:buNone/>
              <a:defRPr sz="2092" b="1"/>
            </a:lvl8pPr>
            <a:lvl9pPr marL="4781215" indent="0">
              <a:buNone/>
              <a:defRPr sz="2092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725127" y="3274574"/>
            <a:ext cx="5647515" cy="4816405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CDD894-4709-404C-90AE-C69278EB35BB}" type="datetimeFigureOut">
              <a:rPr lang="zh-CN" altLang="en-US" smtClean="0"/>
              <a:t>2024/5/18</a:t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5BA72C-AE5A-41DD-B30D-8CA79B24F5D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375870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CDD894-4709-404C-90AE-C69278EB35BB}" type="datetimeFigureOut">
              <a:rPr lang="zh-CN" altLang="en-US" smtClean="0"/>
              <a:t>2024/5/18</a:t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5BA72C-AE5A-41DD-B30D-8CA79B24F5D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721365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CDD894-4709-404C-90AE-C69278EB35BB}" type="datetimeFigureOut">
              <a:rPr lang="zh-CN" altLang="en-US" smtClean="0"/>
              <a:t>2024/5/18</a:t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5BA72C-AE5A-41DD-B30D-8CA79B24F5D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501705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5019" y="597641"/>
            <a:ext cx="4284500" cy="2091743"/>
          </a:xfrm>
        </p:spPr>
        <p:txBody>
          <a:bodyPr anchor="b"/>
          <a:lstStyle>
            <a:lvl1pPr>
              <a:defRPr sz="4183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647515" y="1290740"/>
            <a:ext cx="6725126" cy="6370686"/>
          </a:xfrm>
        </p:spPr>
        <p:txBody>
          <a:bodyPr/>
          <a:lstStyle>
            <a:lvl1pPr>
              <a:defRPr sz="4183"/>
            </a:lvl1pPr>
            <a:lvl2pPr>
              <a:defRPr sz="3660"/>
            </a:lvl2pPr>
            <a:lvl3pPr>
              <a:defRPr sz="3137"/>
            </a:lvl3pPr>
            <a:lvl4pPr>
              <a:defRPr sz="2614"/>
            </a:lvl4pPr>
            <a:lvl5pPr>
              <a:defRPr sz="2614"/>
            </a:lvl5pPr>
            <a:lvl6pPr>
              <a:defRPr sz="2614"/>
            </a:lvl6pPr>
            <a:lvl7pPr>
              <a:defRPr sz="2614"/>
            </a:lvl7pPr>
            <a:lvl8pPr>
              <a:defRPr sz="2614"/>
            </a:lvl8pPr>
            <a:lvl9pPr>
              <a:defRPr sz="2614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5019" y="2689384"/>
            <a:ext cx="4284500" cy="4982416"/>
          </a:xfrm>
        </p:spPr>
        <p:txBody>
          <a:bodyPr/>
          <a:lstStyle>
            <a:lvl1pPr marL="0" indent="0">
              <a:buNone/>
              <a:defRPr sz="2092"/>
            </a:lvl1pPr>
            <a:lvl2pPr marL="597652" indent="0">
              <a:buNone/>
              <a:defRPr sz="1830"/>
            </a:lvl2pPr>
            <a:lvl3pPr marL="1195304" indent="0">
              <a:buNone/>
              <a:defRPr sz="1569"/>
            </a:lvl3pPr>
            <a:lvl4pPr marL="1792956" indent="0">
              <a:buNone/>
              <a:defRPr sz="1307"/>
            </a:lvl4pPr>
            <a:lvl5pPr marL="2390607" indent="0">
              <a:buNone/>
              <a:defRPr sz="1307"/>
            </a:lvl5pPr>
            <a:lvl6pPr marL="2988259" indent="0">
              <a:buNone/>
              <a:defRPr sz="1307"/>
            </a:lvl6pPr>
            <a:lvl7pPr marL="3585911" indent="0">
              <a:buNone/>
              <a:defRPr sz="1307"/>
            </a:lvl7pPr>
            <a:lvl8pPr marL="4183563" indent="0">
              <a:buNone/>
              <a:defRPr sz="1307"/>
            </a:lvl8pPr>
            <a:lvl9pPr marL="4781215" indent="0">
              <a:buNone/>
              <a:defRPr sz="1307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CDD894-4709-404C-90AE-C69278EB35BB}" type="datetimeFigureOut">
              <a:rPr lang="zh-CN" altLang="en-US" smtClean="0"/>
              <a:t>2024/5/18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5BA72C-AE5A-41DD-B30D-8CA79B24F5D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95056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5019" y="597641"/>
            <a:ext cx="4284500" cy="2091743"/>
          </a:xfrm>
        </p:spPr>
        <p:txBody>
          <a:bodyPr anchor="b"/>
          <a:lstStyle>
            <a:lvl1pPr>
              <a:defRPr sz="4183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647515" y="1290740"/>
            <a:ext cx="6725126" cy="6370686"/>
          </a:xfrm>
        </p:spPr>
        <p:txBody>
          <a:bodyPr anchor="t"/>
          <a:lstStyle>
            <a:lvl1pPr marL="0" indent="0">
              <a:buNone/>
              <a:defRPr sz="4183"/>
            </a:lvl1pPr>
            <a:lvl2pPr marL="597652" indent="0">
              <a:buNone/>
              <a:defRPr sz="3660"/>
            </a:lvl2pPr>
            <a:lvl3pPr marL="1195304" indent="0">
              <a:buNone/>
              <a:defRPr sz="3137"/>
            </a:lvl3pPr>
            <a:lvl4pPr marL="1792956" indent="0">
              <a:buNone/>
              <a:defRPr sz="2614"/>
            </a:lvl4pPr>
            <a:lvl5pPr marL="2390607" indent="0">
              <a:buNone/>
              <a:defRPr sz="2614"/>
            </a:lvl5pPr>
            <a:lvl6pPr marL="2988259" indent="0">
              <a:buNone/>
              <a:defRPr sz="2614"/>
            </a:lvl6pPr>
            <a:lvl7pPr marL="3585911" indent="0">
              <a:buNone/>
              <a:defRPr sz="2614"/>
            </a:lvl7pPr>
            <a:lvl8pPr marL="4183563" indent="0">
              <a:buNone/>
              <a:defRPr sz="2614"/>
            </a:lvl8pPr>
            <a:lvl9pPr marL="4781215" indent="0">
              <a:buNone/>
              <a:defRPr sz="2614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5019" y="2689384"/>
            <a:ext cx="4284500" cy="4982416"/>
          </a:xfrm>
        </p:spPr>
        <p:txBody>
          <a:bodyPr/>
          <a:lstStyle>
            <a:lvl1pPr marL="0" indent="0">
              <a:buNone/>
              <a:defRPr sz="2092"/>
            </a:lvl1pPr>
            <a:lvl2pPr marL="597652" indent="0">
              <a:buNone/>
              <a:defRPr sz="1830"/>
            </a:lvl2pPr>
            <a:lvl3pPr marL="1195304" indent="0">
              <a:buNone/>
              <a:defRPr sz="1569"/>
            </a:lvl3pPr>
            <a:lvl4pPr marL="1792956" indent="0">
              <a:buNone/>
              <a:defRPr sz="1307"/>
            </a:lvl4pPr>
            <a:lvl5pPr marL="2390607" indent="0">
              <a:buNone/>
              <a:defRPr sz="1307"/>
            </a:lvl5pPr>
            <a:lvl6pPr marL="2988259" indent="0">
              <a:buNone/>
              <a:defRPr sz="1307"/>
            </a:lvl6pPr>
            <a:lvl7pPr marL="3585911" indent="0">
              <a:buNone/>
              <a:defRPr sz="1307"/>
            </a:lvl7pPr>
            <a:lvl8pPr marL="4183563" indent="0">
              <a:buNone/>
              <a:defRPr sz="1307"/>
            </a:lvl8pPr>
            <a:lvl9pPr marL="4781215" indent="0">
              <a:buNone/>
              <a:defRPr sz="1307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CDD894-4709-404C-90AE-C69278EB35BB}" type="datetimeFigureOut">
              <a:rPr lang="zh-CN" altLang="en-US" smtClean="0"/>
              <a:t>2024/5/18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5BA72C-AE5A-41DD-B30D-8CA79B24F5D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874974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CDD894-4709-404C-90AE-C69278EB35BB}" type="datetimeFigureOut">
              <a:rPr lang="zh-CN" altLang="en-US" smtClean="0"/>
              <a:t>2024/5/18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5BA72C-AE5A-41DD-B30D-8CA79B24F5D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438602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506506" y="477283"/>
            <a:ext cx="2864406" cy="759709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13290" y="477283"/>
            <a:ext cx="8427164" cy="759709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CDD894-4709-404C-90AE-C69278EB35BB}" type="datetimeFigureOut">
              <a:rPr lang="zh-CN" altLang="en-US" smtClean="0"/>
              <a:t>2024/5/18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5BA72C-AE5A-41DD-B30D-8CA79B24F5D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716562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3289" y="477285"/>
            <a:ext cx="11457623" cy="173274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289" y="2386413"/>
            <a:ext cx="11457623" cy="568796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13289" y="8308870"/>
            <a:ext cx="2988945" cy="4772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569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5CDD894-4709-404C-90AE-C69278EB35BB}" type="datetimeFigureOut">
              <a:rPr lang="zh-CN" altLang="en-US" smtClean="0"/>
              <a:t>2024/5/18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400391" y="8308870"/>
            <a:ext cx="4483418" cy="4772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569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381966" y="8308870"/>
            <a:ext cx="2988945" cy="4772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569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B5BA72C-AE5A-41DD-B30D-8CA79B24F5D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316255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1195304" rtl="0" eaLnBrk="1" latinLnBrk="0" hangingPunct="1">
        <a:lnSpc>
          <a:spcPct val="90000"/>
        </a:lnSpc>
        <a:spcBef>
          <a:spcPct val="0"/>
        </a:spcBef>
        <a:buNone/>
        <a:defRPr sz="5752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98826" indent="-298826" algn="l" defTabSz="1195304" rtl="0" eaLnBrk="1" latinLnBrk="0" hangingPunct="1">
        <a:lnSpc>
          <a:spcPct val="90000"/>
        </a:lnSpc>
        <a:spcBef>
          <a:spcPts val="1307"/>
        </a:spcBef>
        <a:buFont typeface="Arial" panose="020B0604020202020204" pitchFamily="34" charset="0"/>
        <a:buChar char="•"/>
        <a:defRPr sz="3660" kern="1200">
          <a:solidFill>
            <a:schemeClr val="tx1"/>
          </a:solidFill>
          <a:latin typeface="+mn-lt"/>
          <a:ea typeface="+mn-ea"/>
          <a:cs typeface="+mn-cs"/>
        </a:defRPr>
      </a:lvl1pPr>
      <a:lvl2pPr marL="896478" indent="-298826" algn="l" defTabSz="1195304" rtl="0" eaLnBrk="1" latinLnBrk="0" hangingPunct="1">
        <a:lnSpc>
          <a:spcPct val="90000"/>
        </a:lnSpc>
        <a:spcBef>
          <a:spcPts val="654"/>
        </a:spcBef>
        <a:buFont typeface="Arial" panose="020B0604020202020204" pitchFamily="34" charset="0"/>
        <a:buChar char="•"/>
        <a:defRPr sz="3137" kern="1200">
          <a:solidFill>
            <a:schemeClr val="tx1"/>
          </a:solidFill>
          <a:latin typeface="+mn-lt"/>
          <a:ea typeface="+mn-ea"/>
          <a:cs typeface="+mn-cs"/>
        </a:defRPr>
      </a:lvl2pPr>
      <a:lvl3pPr marL="1494130" indent="-298826" algn="l" defTabSz="1195304" rtl="0" eaLnBrk="1" latinLnBrk="0" hangingPunct="1">
        <a:lnSpc>
          <a:spcPct val="90000"/>
        </a:lnSpc>
        <a:spcBef>
          <a:spcPts val="654"/>
        </a:spcBef>
        <a:buFont typeface="Arial" panose="020B0604020202020204" pitchFamily="34" charset="0"/>
        <a:buChar char="•"/>
        <a:defRPr sz="2614" kern="1200">
          <a:solidFill>
            <a:schemeClr val="tx1"/>
          </a:solidFill>
          <a:latin typeface="+mn-lt"/>
          <a:ea typeface="+mn-ea"/>
          <a:cs typeface="+mn-cs"/>
        </a:defRPr>
      </a:lvl3pPr>
      <a:lvl4pPr marL="2091781" indent="-298826" algn="l" defTabSz="1195304" rtl="0" eaLnBrk="1" latinLnBrk="0" hangingPunct="1">
        <a:lnSpc>
          <a:spcPct val="90000"/>
        </a:lnSpc>
        <a:spcBef>
          <a:spcPts val="654"/>
        </a:spcBef>
        <a:buFont typeface="Arial" panose="020B0604020202020204" pitchFamily="34" charset="0"/>
        <a:buChar char="•"/>
        <a:defRPr sz="2353" kern="1200">
          <a:solidFill>
            <a:schemeClr val="tx1"/>
          </a:solidFill>
          <a:latin typeface="+mn-lt"/>
          <a:ea typeface="+mn-ea"/>
          <a:cs typeface="+mn-cs"/>
        </a:defRPr>
      </a:lvl4pPr>
      <a:lvl5pPr marL="2689433" indent="-298826" algn="l" defTabSz="1195304" rtl="0" eaLnBrk="1" latinLnBrk="0" hangingPunct="1">
        <a:lnSpc>
          <a:spcPct val="90000"/>
        </a:lnSpc>
        <a:spcBef>
          <a:spcPts val="654"/>
        </a:spcBef>
        <a:buFont typeface="Arial" panose="020B0604020202020204" pitchFamily="34" charset="0"/>
        <a:buChar char="•"/>
        <a:defRPr sz="2353" kern="1200">
          <a:solidFill>
            <a:schemeClr val="tx1"/>
          </a:solidFill>
          <a:latin typeface="+mn-lt"/>
          <a:ea typeface="+mn-ea"/>
          <a:cs typeface="+mn-cs"/>
        </a:defRPr>
      </a:lvl5pPr>
      <a:lvl6pPr marL="3287085" indent="-298826" algn="l" defTabSz="1195304" rtl="0" eaLnBrk="1" latinLnBrk="0" hangingPunct="1">
        <a:lnSpc>
          <a:spcPct val="90000"/>
        </a:lnSpc>
        <a:spcBef>
          <a:spcPts val="654"/>
        </a:spcBef>
        <a:buFont typeface="Arial" panose="020B0604020202020204" pitchFamily="34" charset="0"/>
        <a:buChar char="•"/>
        <a:defRPr sz="2353" kern="1200">
          <a:solidFill>
            <a:schemeClr val="tx1"/>
          </a:solidFill>
          <a:latin typeface="+mn-lt"/>
          <a:ea typeface="+mn-ea"/>
          <a:cs typeface="+mn-cs"/>
        </a:defRPr>
      </a:lvl6pPr>
      <a:lvl7pPr marL="3884737" indent="-298826" algn="l" defTabSz="1195304" rtl="0" eaLnBrk="1" latinLnBrk="0" hangingPunct="1">
        <a:lnSpc>
          <a:spcPct val="90000"/>
        </a:lnSpc>
        <a:spcBef>
          <a:spcPts val="654"/>
        </a:spcBef>
        <a:buFont typeface="Arial" panose="020B0604020202020204" pitchFamily="34" charset="0"/>
        <a:buChar char="•"/>
        <a:defRPr sz="2353" kern="1200">
          <a:solidFill>
            <a:schemeClr val="tx1"/>
          </a:solidFill>
          <a:latin typeface="+mn-lt"/>
          <a:ea typeface="+mn-ea"/>
          <a:cs typeface="+mn-cs"/>
        </a:defRPr>
      </a:lvl7pPr>
      <a:lvl8pPr marL="4482389" indent="-298826" algn="l" defTabSz="1195304" rtl="0" eaLnBrk="1" latinLnBrk="0" hangingPunct="1">
        <a:lnSpc>
          <a:spcPct val="90000"/>
        </a:lnSpc>
        <a:spcBef>
          <a:spcPts val="654"/>
        </a:spcBef>
        <a:buFont typeface="Arial" panose="020B0604020202020204" pitchFamily="34" charset="0"/>
        <a:buChar char="•"/>
        <a:defRPr sz="2353" kern="1200">
          <a:solidFill>
            <a:schemeClr val="tx1"/>
          </a:solidFill>
          <a:latin typeface="+mn-lt"/>
          <a:ea typeface="+mn-ea"/>
          <a:cs typeface="+mn-cs"/>
        </a:defRPr>
      </a:lvl8pPr>
      <a:lvl9pPr marL="5080041" indent="-298826" algn="l" defTabSz="1195304" rtl="0" eaLnBrk="1" latinLnBrk="0" hangingPunct="1">
        <a:lnSpc>
          <a:spcPct val="90000"/>
        </a:lnSpc>
        <a:spcBef>
          <a:spcPts val="654"/>
        </a:spcBef>
        <a:buFont typeface="Arial" panose="020B0604020202020204" pitchFamily="34" charset="0"/>
        <a:buChar char="•"/>
        <a:defRPr sz="2353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195304" rtl="0" eaLnBrk="1" latinLnBrk="0" hangingPunct="1">
        <a:defRPr sz="2353" kern="1200">
          <a:solidFill>
            <a:schemeClr val="tx1"/>
          </a:solidFill>
          <a:latin typeface="+mn-lt"/>
          <a:ea typeface="+mn-ea"/>
          <a:cs typeface="+mn-cs"/>
        </a:defRPr>
      </a:lvl1pPr>
      <a:lvl2pPr marL="597652" algn="l" defTabSz="1195304" rtl="0" eaLnBrk="1" latinLnBrk="0" hangingPunct="1">
        <a:defRPr sz="2353" kern="1200">
          <a:solidFill>
            <a:schemeClr val="tx1"/>
          </a:solidFill>
          <a:latin typeface="+mn-lt"/>
          <a:ea typeface="+mn-ea"/>
          <a:cs typeface="+mn-cs"/>
        </a:defRPr>
      </a:lvl2pPr>
      <a:lvl3pPr marL="1195304" algn="l" defTabSz="1195304" rtl="0" eaLnBrk="1" latinLnBrk="0" hangingPunct="1">
        <a:defRPr sz="2353" kern="1200">
          <a:solidFill>
            <a:schemeClr val="tx1"/>
          </a:solidFill>
          <a:latin typeface="+mn-lt"/>
          <a:ea typeface="+mn-ea"/>
          <a:cs typeface="+mn-cs"/>
        </a:defRPr>
      </a:lvl3pPr>
      <a:lvl4pPr marL="1792956" algn="l" defTabSz="1195304" rtl="0" eaLnBrk="1" latinLnBrk="0" hangingPunct="1">
        <a:defRPr sz="2353" kern="1200">
          <a:solidFill>
            <a:schemeClr val="tx1"/>
          </a:solidFill>
          <a:latin typeface="+mn-lt"/>
          <a:ea typeface="+mn-ea"/>
          <a:cs typeface="+mn-cs"/>
        </a:defRPr>
      </a:lvl4pPr>
      <a:lvl5pPr marL="2390607" algn="l" defTabSz="1195304" rtl="0" eaLnBrk="1" latinLnBrk="0" hangingPunct="1">
        <a:defRPr sz="2353" kern="1200">
          <a:solidFill>
            <a:schemeClr val="tx1"/>
          </a:solidFill>
          <a:latin typeface="+mn-lt"/>
          <a:ea typeface="+mn-ea"/>
          <a:cs typeface="+mn-cs"/>
        </a:defRPr>
      </a:lvl5pPr>
      <a:lvl6pPr marL="2988259" algn="l" defTabSz="1195304" rtl="0" eaLnBrk="1" latinLnBrk="0" hangingPunct="1">
        <a:defRPr sz="2353" kern="1200">
          <a:solidFill>
            <a:schemeClr val="tx1"/>
          </a:solidFill>
          <a:latin typeface="+mn-lt"/>
          <a:ea typeface="+mn-ea"/>
          <a:cs typeface="+mn-cs"/>
        </a:defRPr>
      </a:lvl6pPr>
      <a:lvl7pPr marL="3585911" algn="l" defTabSz="1195304" rtl="0" eaLnBrk="1" latinLnBrk="0" hangingPunct="1">
        <a:defRPr sz="2353" kern="1200">
          <a:solidFill>
            <a:schemeClr val="tx1"/>
          </a:solidFill>
          <a:latin typeface="+mn-lt"/>
          <a:ea typeface="+mn-ea"/>
          <a:cs typeface="+mn-cs"/>
        </a:defRPr>
      </a:lvl7pPr>
      <a:lvl8pPr marL="4183563" algn="l" defTabSz="1195304" rtl="0" eaLnBrk="1" latinLnBrk="0" hangingPunct="1">
        <a:defRPr sz="2353" kern="1200">
          <a:solidFill>
            <a:schemeClr val="tx1"/>
          </a:solidFill>
          <a:latin typeface="+mn-lt"/>
          <a:ea typeface="+mn-ea"/>
          <a:cs typeface="+mn-cs"/>
        </a:defRPr>
      </a:lvl8pPr>
      <a:lvl9pPr marL="4781215" algn="l" defTabSz="1195304" rtl="0" eaLnBrk="1" latinLnBrk="0" hangingPunct="1">
        <a:defRPr sz="2353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8" name="组合 277">
            <a:extLst>
              <a:ext uri="{FF2B5EF4-FFF2-40B4-BE49-F238E27FC236}">
                <a16:creationId xmlns:a16="http://schemas.microsoft.com/office/drawing/2014/main" id="{530222A6-48DC-E5FB-D881-903EE2122552}"/>
              </a:ext>
            </a:extLst>
          </p:cNvPr>
          <p:cNvGrpSpPr/>
          <p:nvPr/>
        </p:nvGrpSpPr>
        <p:grpSpPr>
          <a:xfrm>
            <a:off x="1538556" y="1817921"/>
            <a:ext cx="8376380" cy="3304567"/>
            <a:chOff x="1538556" y="1817921"/>
            <a:chExt cx="8376380" cy="3304567"/>
          </a:xfrm>
        </p:grpSpPr>
        <p:sp>
          <p:nvSpPr>
            <p:cNvPr id="8" name="矩形: 圆角 7">
              <a:extLst>
                <a:ext uri="{FF2B5EF4-FFF2-40B4-BE49-F238E27FC236}">
                  <a16:creationId xmlns:a16="http://schemas.microsoft.com/office/drawing/2014/main" id="{7DD09EBD-EF5F-2C38-61B3-9C3A6D4292B1}"/>
                </a:ext>
              </a:extLst>
            </p:cNvPr>
            <p:cNvSpPr/>
            <p:nvPr/>
          </p:nvSpPr>
          <p:spPr>
            <a:xfrm>
              <a:off x="2884316" y="1817922"/>
              <a:ext cx="630981" cy="1283844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308" dirty="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基准</a:t>
              </a:r>
              <a:endParaRPr lang="en-US" altLang="zh-CN" sz="1308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endParaRPr>
            </a:p>
            <a:p>
              <a:pPr algn="ctr"/>
              <a:r>
                <a:rPr lang="zh-CN" altLang="en-US" sz="1308" dirty="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图像</a:t>
              </a:r>
              <a:endParaRPr lang="en-US" altLang="zh-CN" sz="1308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9" name="矩形: 圆角 8">
              <a:extLst>
                <a:ext uri="{FF2B5EF4-FFF2-40B4-BE49-F238E27FC236}">
                  <a16:creationId xmlns:a16="http://schemas.microsoft.com/office/drawing/2014/main" id="{77CD3D76-9009-EBBE-9BC8-889E305391A5}"/>
                </a:ext>
              </a:extLst>
            </p:cNvPr>
            <p:cNvSpPr/>
            <p:nvPr/>
          </p:nvSpPr>
          <p:spPr>
            <a:xfrm>
              <a:off x="2884316" y="3838637"/>
              <a:ext cx="630981" cy="1283844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308" dirty="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待配准图像</a:t>
              </a:r>
              <a:endParaRPr lang="en-US" altLang="zh-CN" sz="1308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14" name="矩形: 圆角 13">
              <a:extLst>
                <a:ext uri="{FF2B5EF4-FFF2-40B4-BE49-F238E27FC236}">
                  <a16:creationId xmlns:a16="http://schemas.microsoft.com/office/drawing/2014/main" id="{59E21597-BE48-B6C4-2F70-861BFC73771D}"/>
                </a:ext>
              </a:extLst>
            </p:cNvPr>
            <p:cNvSpPr/>
            <p:nvPr/>
          </p:nvSpPr>
          <p:spPr>
            <a:xfrm>
              <a:off x="4146278" y="1817921"/>
              <a:ext cx="568766" cy="1283843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308" dirty="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特征提取</a:t>
              </a:r>
            </a:p>
          </p:txBody>
        </p:sp>
        <p:sp>
          <p:nvSpPr>
            <p:cNvPr id="15" name="矩形: 圆角 14">
              <a:extLst>
                <a:ext uri="{FF2B5EF4-FFF2-40B4-BE49-F238E27FC236}">
                  <a16:creationId xmlns:a16="http://schemas.microsoft.com/office/drawing/2014/main" id="{D2DAACA9-E6BB-6004-B3AE-E9FCE7F7687D}"/>
                </a:ext>
              </a:extLst>
            </p:cNvPr>
            <p:cNvSpPr/>
            <p:nvPr/>
          </p:nvSpPr>
          <p:spPr>
            <a:xfrm>
              <a:off x="5432778" y="1820576"/>
              <a:ext cx="575803" cy="1283843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308" dirty="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特征描述</a:t>
              </a:r>
            </a:p>
          </p:txBody>
        </p:sp>
        <p:sp>
          <p:nvSpPr>
            <p:cNvPr id="18" name="矩形: 圆角 17">
              <a:extLst>
                <a:ext uri="{FF2B5EF4-FFF2-40B4-BE49-F238E27FC236}">
                  <a16:creationId xmlns:a16="http://schemas.microsoft.com/office/drawing/2014/main" id="{B20EB29A-89B7-8F60-1C5A-1251967ABA42}"/>
                </a:ext>
              </a:extLst>
            </p:cNvPr>
            <p:cNvSpPr/>
            <p:nvPr/>
          </p:nvSpPr>
          <p:spPr>
            <a:xfrm>
              <a:off x="4146278" y="3838645"/>
              <a:ext cx="568766" cy="1283843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308" dirty="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特征提取</a:t>
              </a:r>
            </a:p>
          </p:txBody>
        </p:sp>
        <p:sp>
          <p:nvSpPr>
            <p:cNvPr id="22" name="矩形: 圆角 21">
              <a:extLst>
                <a:ext uri="{FF2B5EF4-FFF2-40B4-BE49-F238E27FC236}">
                  <a16:creationId xmlns:a16="http://schemas.microsoft.com/office/drawing/2014/main" id="{1B41C9CE-C6D8-7126-F817-BA2D1EC43B03}"/>
                </a:ext>
              </a:extLst>
            </p:cNvPr>
            <p:cNvSpPr/>
            <p:nvPr/>
          </p:nvSpPr>
          <p:spPr>
            <a:xfrm>
              <a:off x="9405633" y="2916701"/>
              <a:ext cx="509303" cy="1283843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308" dirty="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图像拼接</a:t>
              </a:r>
            </a:p>
          </p:txBody>
        </p:sp>
        <p:cxnSp>
          <p:nvCxnSpPr>
            <p:cNvPr id="67" name="直接箭头连接符 66">
              <a:extLst>
                <a:ext uri="{FF2B5EF4-FFF2-40B4-BE49-F238E27FC236}">
                  <a16:creationId xmlns:a16="http://schemas.microsoft.com/office/drawing/2014/main" id="{3506DEB8-AD92-FE41-09F5-F12D18D92716}"/>
                </a:ext>
              </a:extLst>
            </p:cNvPr>
            <p:cNvCxnSpPr>
              <a:cxnSpLocks/>
              <a:stCxn id="8" idx="3"/>
              <a:endCxn id="14" idx="1"/>
            </p:cNvCxnSpPr>
            <p:nvPr/>
          </p:nvCxnSpPr>
          <p:spPr>
            <a:xfrm flipV="1">
              <a:off x="3515297" y="2459843"/>
              <a:ext cx="630981" cy="1"/>
            </a:xfrm>
            <a:prstGeom prst="straightConnector1">
              <a:avLst/>
            </a:prstGeom>
            <a:ln w="19050">
              <a:solidFill>
                <a:schemeClr val="tx1"/>
              </a:solidFill>
              <a:headEnd type="none" w="lg" len="lg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直接箭头连接符 69">
              <a:extLst>
                <a:ext uri="{FF2B5EF4-FFF2-40B4-BE49-F238E27FC236}">
                  <a16:creationId xmlns:a16="http://schemas.microsoft.com/office/drawing/2014/main" id="{1975BE01-E140-A4C1-A836-4EE87C753B6E}"/>
                </a:ext>
              </a:extLst>
            </p:cNvPr>
            <p:cNvCxnSpPr>
              <a:cxnSpLocks/>
              <a:stCxn id="14" idx="3"/>
              <a:endCxn id="15" idx="1"/>
            </p:cNvCxnSpPr>
            <p:nvPr/>
          </p:nvCxnSpPr>
          <p:spPr>
            <a:xfrm>
              <a:off x="4715044" y="2459843"/>
              <a:ext cx="717734" cy="2655"/>
            </a:xfrm>
            <a:prstGeom prst="straightConnector1">
              <a:avLst/>
            </a:prstGeom>
            <a:ln w="19050">
              <a:solidFill>
                <a:schemeClr val="tx1"/>
              </a:solidFill>
              <a:headEnd type="none" w="lg" len="lg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" name="直接箭头连接符 77">
              <a:extLst>
                <a:ext uri="{FF2B5EF4-FFF2-40B4-BE49-F238E27FC236}">
                  <a16:creationId xmlns:a16="http://schemas.microsoft.com/office/drawing/2014/main" id="{988A61FF-47B1-9751-250A-B86AE1EF2929}"/>
                </a:ext>
              </a:extLst>
            </p:cNvPr>
            <p:cNvCxnSpPr>
              <a:cxnSpLocks/>
              <a:stCxn id="9" idx="3"/>
              <a:endCxn id="18" idx="1"/>
            </p:cNvCxnSpPr>
            <p:nvPr/>
          </p:nvCxnSpPr>
          <p:spPr>
            <a:xfrm>
              <a:off x="3515297" y="4480559"/>
              <a:ext cx="630981" cy="8"/>
            </a:xfrm>
            <a:prstGeom prst="straightConnector1">
              <a:avLst/>
            </a:prstGeom>
            <a:ln w="19050">
              <a:solidFill>
                <a:schemeClr val="tx1"/>
              </a:solidFill>
              <a:headEnd type="none" w="lg" len="lg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" name="直接箭头连接符 81">
              <a:extLst>
                <a:ext uri="{FF2B5EF4-FFF2-40B4-BE49-F238E27FC236}">
                  <a16:creationId xmlns:a16="http://schemas.microsoft.com/office/drawing/2014/main" id="{D6585A7E-97A2-5479-678F-96024EE969F8}"/>
                </a:ext>
              </a:extLst>
            </p:cNvPr>
            <p:cNvCxnSpPr>
              <a:cxnSpLocks/>
              <a:stCxn id="247" idx="3"/>
              <a:endCxn id="22" idx="1"/>
            </p:cNvCxnSpPr>
            <p:nvPr/>
          </p:nvCxnSpPr>
          <p:spPr>
            <a:xfrm>
              <a:off x="8895151" y="3558623"/>
              <a:ext cx="510482" cy="0"/>
            </a:xfrm>
            <a:prstGeom prst="straightConnector1">
              <a:avLst/>
            </a:prstGeom>
            <a:ln w="19050">
              <a:solidFill>
                <a:schemeClr val="tx1"/>
              </a:solidFill>
              <a:headEnd type="none" w="lg" len="lg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13" name="矩形: 圆角 212">
              <a:extLst>
                <a:ext uri="{FF2B5EF4-FFF2-40B4-BE49-F238E27FC236}">
                  <a16:creationId xmlns:a16="http://schemas.microsoft.com/office/drawing/2014/main" id="{C5E4C2ED-5670-713F-812F-E604DE276B78}"/>
                </a:ext>
              </a:extLst>
            </p:cNvPr>
            <p:cNvSpPr/>
            <p:nvPr/>
          </p:nvSpPr>
          <p:spPr>
            <a:xfrm>
              <a:off x="1538556" y="2916701"/>
              <a:ext cx="568766" cy="1283844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308" dirty="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RGB</a:t>
              </a:r>
              <a:r>
                <a:rPr lang="zh-CN" altLang="en-US" sz="1308" dirty="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图像</a:t>
              </a:r>
            </a:p>
          </p:txBody>
        </p:sp>
        <p:cxnSp>
          <p:nvCxnSpPr>
            <p:cNvPr id="222" name="连接符: 肘形 221">
              <a:extLst>
                <a:ext uri="{FF2B5EF4-FFF2-40B4-BE49-F238E27FC236}">
                  <a16:creationId xmlns:a16="http://schemas.microsoft.com/office/drawing/2014/main" id="{5441FCBA-5BD5-C50F-1E21-01958C9B5B26}"/>
                </a:ext>
              </a:extLst>
            </p:cNvPr>
            <p:cNvCxnSpPr>
              <a:cxnSpLocks/>
              <a:stCxn id="213" idx="3"/>
              <a:endCxn id="8" idx="1"/>
            </p:cNvCxnSpPr>
            <p:nvPr/>
          </p:nvCxnSpPr>
          <p:spPr>
            <a:xfrm flipV="1">
              <a:off x="2107322" y="2459844"/>
              <a:ext cx="776994" cy="1098779"/>
            </a:xfrm>
            <a:prstGeom prst="bentConnector3">
              <a:avLst>
                <a:gd name="adj1" fmla="val 50000"/>
              </a:avLst>
            </a:prstGeom>
            <a:ln w="19050">
              <a:solidFill>
                <a:schemeClr val="tx1"/>
              </a:solidFill>
              <a:headEnd type="none" w="lg" len="lg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5" name="连接符: 肘形 224">
              <a:extLst>
                <a:ext uri="{FF2B5EF4-FFF2-40B4-BE49-F238E27FC236}">
                  <a16:creationId xmlns:a16="http://schemas.microsoft.com/office/drawing/2014/main" id="{678232FC-D3C2-A715-1D12-D8373648AB76}"/>
                </a:ext>
              </a:extLst>
            </p:cNvPr>
            <p:cNvCxnSpPr>
              <a:cxnSpLocks/>
              <a:stCxn id="213" idx="3"/>
              <a:endCxn id="9" idx="1"/>
            </p:cNvCxnSpPr>
            <p:nvPr/>
          </p:nvCxnSpPr>
          <p:spPr>
            <a:xfrm>
              <a:off x="2107322" y="3558623"/>
              <a:ext cx="776994" cy="921936"/>
            </a:xfrm>
            <a:prstGeom prst="bentConnector3">
              <a:avLst>
                <a:gd name="adj1" fmla="val 50000"/>
              </a:avLst>
            </a:prstGeom>
            <a:ln w="19050">
              <a:solidFill>
                <a:schemeClr val="tx1"/>
              </a:solidFill>
              <a:headEnd type="none" w="lg" len="lg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42" name="矩形: 圆角 241">
              <a:extLst>
                <a:ext uri="{FF2B5EF4-FFF2-40B4-BE49-F238E27FC236}">
                  <a16:creationId xmlns:a16="http://schemas.microsoft.com/office/drawing/2014/main" id="{F85F7391-B14E-3A04-EC27-500FB85D8C52}"/>
                </a:ext>
              </a:extLst>
            </p:cNvPr>
            <p:cNvSpPr/>
            <p:nvPr/>
          </p:nvSpPr>
          <p:spPr>
            <a:xfrm>
              <a:off x="5432778" y="3838638"/>
              <a:ext cx="575803" cy="1283843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308" dirty="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特征描述</a:t>
              </a:r>
            </a:p>
          </p:txBody>
        </p:sp>
        <p:cxnSp>
          <p:nvCxnSpPr>
            <p:cNvPr id="244" name="直接箭头连接符 243">
              <a:extLst>
                <a:ext uri="{FF2B5EF4-FFF2-40B4-BE49-F238E27FC236}">
                  <a16:creationId xmlns:a16="http://schemas.microsoft.com/office/drawing/2014/main" id="{4AC95D00-DFCE-4FD6-9A0D-CAA6F196B71A}"/>
                </a:ext>
              </a:extLst>
            </p:cNvPr>
            <p:cNvCxnSpPr>
              <a:cxnSpLocks/>
              <a:stCxn id="18" idx="3"/>
              <a:endCxn id="242" idx="1"/>
            </p:cNvCxnSpPr>
            <p:nvPr/>
          </p:nvCxnSpPr>
          <p:spPr>
            <a:xfrm flipV="1">
              <a:off x="4715044" y="4480560"/>
              <a:ext cx="717734" cy="7"/>
            </a:xfrm>
            <a:prstGeom prst="straightConnector1">
              <a:avLst/>
            </a:prstGeom>
            <a:ln w="19050">
              <a:solidFill>
                <a:schemeClr val="tx1"/>
              </a:solidFill>
              <a:headEnd type="none" w="lg" len="lg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46" name="矩形: 圆角 245">
              <a:extLst>
                <a:ext uri="{FF2B5EF4-FFF2-40B4-BE49-F238E27FC236}">
                  <a16:creationId xmlns:a16="http://schemas.microsoft.com/office/drawing/2014/main" id="{C6262C91-2416-5F32-CA86-314C76783A17}"/>
                </a:ext>
              </a:extLst>
            </p:cNvPr>
            <p:cNvSpPr/>
            <p:nvPr/>
          </p:nvSpPr>
          <p:spPr>
            <a:xfrm>
              <a:off x="7048869" y="2919358"/>
              <a:ext cx="630370" cy="1283843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308" dirty="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特征匹配</a:t>
              </a:r>
            </a:p>
          </p:txBody>
        </p:sp>
        <p:sp>
          <p:nvSpPr>
            <p:cNvPr id="247" name="矩形: 圆角 246">
              <a:extLst>
                <a:ext uri="{FF2B5EF4-FFF2-40B4-BE49-F238E27FC236}">
                  <a16:creationId xmlns:a16="http://schemas.microsoft.com/office/drawing/2014/main" id="{00EA9BD5-0A91-0AB7-C435-DDFA6A29D18D}"/>
                </a:ext>
              </a:extLst>
            </p:cNvPr>
            <p:cNvSpPr/>
            <p:nvPr/>
          </p:nvSpPr>
          <p:spPr>
            <a:xfrm>
              <a:off x="8205436" y="2916701"/>
              <a:ext cx="689715" cy="1283843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308" dirty="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变换矩阵估计</a:t>
              </a:r>
            </a:p>
          </p:txBody>
        </p:sp>
        <p:cxnSp>
          <p:nvCxnSpPr>
            <p:cNvPr id="248" name="直接箭头连接符 247">
              <a:extLst>
                <a:ext uri="{FF2B5EF4-FFF2-40B4-BE49-F238E27FC236}">
                  <a16:creationId xmlns:a16="http://schemas.microsoft.com/office/drawing/2014/main" id="{61FCF67F-CCA3-1971-EFD4-5BC36B132AD5}"/>
                </a:ext>
              </a:extLst>
            </p:cNvPr>
            <p:cNvCxnSpPr>
              <a:cxnSpLocks/>
              <a:stCxn id="246" idx="3"/>
              <a:endCxn id="247" idx="1"/>
            </p:cNvCxnSpPr>
            <p:nvPr/>
          </p:nvCxnSpPr>
          <p:spPr>
            <a:xfrm flipV="1">
              <a:off x="7679239" y="3558623"/>
              <a:ext cx="526197" cy="2657"/>
            </a:xfrm>
            <a:prstGeom prst="straightConnector1">
              <a:avLst/>
            </a:prstGeom>
            <a:ln w="19050">
              <a:solidFill>
                <a:schemeClr val="tx1"/>
              </a:solidFill>
              <a:headEnd type="none" w="lg" len="lg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0" name="连接符: 肘形 249">
              <a:extLst>
                <a:ext uri="{FF2B5EF4-FFF2-40B4-BE49-F238E27FC236}">
                  <a16:creationId xmlns:a16="http://schemas.microsoft.com/office/drawing/2014/main" id="{589FCDDB-EA4C-7BDD-5AC5-A8D3027A6915}"/>
                </a:ext>
              </a:extLst>
            </p:cNvPr>
            <p:cNvCxnSpPr>
              <a:cxnSpLocks/>
              <a:stCxn id="15" idx="3"/>
              <a:endCxn id="246" idx="1"/>
            </p:cNvCxnSpPr>
            <p:nvPr/>
          </p:nvCxnSpPr>
          <p:spPr>
            <a:xfrm>
              <a:off x="6008581" y="2462498"/>
              <a:ext cx="1040288" cy="1098782"/>
            </a:xfrm>
            <a:prstGeom prst="bentConnector3">
              <a:avLst>
                <a:gd name="adj1" fmla="val 50000"/>
              </a:avLst>
            </a:prstGeom>
            <a:ln w="19050">
              <a:solidFill>
                <a:schemeClr val="tx1"/>
              </a:solidFill>
              <a:headEnd type="none" w="lg" len="lg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1" name="连接符: 肘形 250">
              <a:extLst>
                <a:ext uri="{FF2B5EF4-FFF2-40B4-BE49-F238E27FC236}">
                  <a16:creationId xmlns:a16="http://schemas.microsoft.com/office/drawing/2014/main" id="{43C5DF37-E768-F32A-BA71-6D7DE411906E}"/>
                </a:ext>
              </a:extLst>
            </p:cNvPr>
            <p:cNvCxnSpPr>
              <a:cxnSpLocks/>
              <a:stCxn id="242" idx="3"/>
              <a:endCxn id="246" idx="1"/>
            </p:cNvCxnSpPr>
            <p:nvPr/>
          </p:nvCxnSpPr>
          <p:spPr>
            <a:xfrm flipV="1">
              <a:off x="6008581" y="3561280"/>
              <a:ext cx="1040288" cy="919280"/>
            </a:xfrm>
            <a:prstGeom prst="bentConnector3">
              <a:avLst>
                <a:gd name="adj1" fmla="val 50000"/>
              </a:avLst>
            </a:prstGeom>
            <a:ln w="19050">
              <a:solidFill>
                <a:schemeClr val="tx1"/>
              </a:solidFill>
              <a:headEnd type="none" w="lg" len="lg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98662172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组合 11">
            <a:extLst>
              <a:ext uri="{FF2B5EF4-FFF2-40B4-BE49-F238E27FC236}">
                <a16:creationId xmlns:a16="http://schemas.microsoft.com/office/drawing/2014/main" id="{8A4C5A79-CECA-2085-9694-9CBB9733CDB4}"/>
              </a:ext>
            </a:extLst>
          </p:cNvPr>
          <p:cNvGrpSpPr/>
          <p:nvPr/>
        </p:nvGrpSpPr>
        <p:grpSpPr>
          <a:xfrm>
            <a:off x="678948" y="1267558"/>
            <a:ext cx="10016566" cy="6429496"/>
            <a:chOff x="678948" y="1267558"/>
            <a:chExt cx="10016566" cy="6429496"/>
          </a:xfrm>
        </p:grpSpPr>
        <p:sp>
          <p:nvSpPr>
            <p:cNvPr id="4" name="矩形: 圆角 3">
              <a:extLst>
                <a:ext uri="{FF2B5EF4-FFF2-40B4-BE49-F238E27FC236}">
                  <a16:creationId xmlns:a16="http://schemas.microsoft.com/office/drawing/2014/main" id="{4A64D170-9540-18AD-8287-44CE41EAE814}"/>
                </a:ext>
              </a:extLst>
            </p:cNvPr>
            <p:cNvSpPr/>
            <p:nvPr/>
          </p:nvSpPr>
          <p:spPr>
            <a:xfrm>
              <a:off x="678948" y="3776333"/>
              <a:ext cx="509303" cy="1283843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308" dirty="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深度摄像头</a:t>
              </a:r>
            </a:p>
          </p:txBody>
        </p:sp>
        <p:grpSp>
          <p:nvGrpSpPr>
            <p:cNvPr id="7" name="组合 6">
              <a:extLst>
                <a:ext uri="{FF2B5EF4-FFF2-40B4-BE49-F238E27FC236}">
                  <a16:creationId xmlns:a16="http://schemas.microsoft.com/office/drawing/2014/main" id="{EF5B6563-960D-7A7D-DD2D-BC35930DDF58}"/>
                </a:ext>
              </a:extLst>
            </p:cNvPr>
            <p:cNvGrpSpPr/>
            <p:nvPr/>
          </p:nvGrpSpPr>
          <p:grpSpPr>
            <a:xfrm>
              <a:off x="1188251" y="1267558"/>
              <a:ext cx="9507263" cy="6429496"/>
              <a:chOff x="1188251" y="1267558"/>
              <a:chExt cx="9507263" cy="6429496"/>
            </a:xfrm>
          </p:grpSpPr>
          <p:sp>
            <p:nvSpPr>
              <p:cNvPr id="5" name="矩形: 圆角 4">
                <a:extLst>
                  <a:ext uri="{FF2B5EF4-FFF2-40B4-BE49-F238E27FC236}">
                    <a16:creationId xmlns:a16="http://schemas.microsoft.com/office/drawing/2014/main" id="{E6535460-0375-BE3D-50D2-682E44DB00BE}"/>
                  </a:ext>
                </a:extLst>
              </p:cNvPr>
              <p:cNvSpPr/>
              <p:nvPr/>
            </p:nvSpPr>
            <p:spPr>
              <a:xfrm>
                <a:off x="1987864" y="2492490"/>
                <a:ext cx="509303" cy="1283843"/>
              </a:xfrm>
              <a:prstGeom prst="round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1308" dirty="0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rPr>
                  <a:t>RGB</a:t>
                </a:r>
                <a:r>
                  <a:rPr lang="zh-CN" altLang="en-US" sz="1308" dirty="0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rPr>
                  <a:t>图像</a:t>
                </a:r>
              </a:p>
            </p:txBody>
          </p:sp>
          <p:sp>
            <p:nvSpPr>
              <p:cNvPr id="6" name="矩形: 圆角 5">
                <a:extLst>
                  <a:ext uri="{FF2B5EF4-FFF2-40B4-BE49-F238E27FC236}">
                    <a16:creationId xmlns:a16="http://schemas.microsoft.com/office/drawing/2014/main" id="{FFB124BB-C136-57F3-A641-44573BF845AA}"/>
                  </a:ext>
                </a:extLst>
              </p:cNvPr>
              <p:cNvSpPr/>
              <p:nvPr/>
            </p:nvSpPr>
            <p:spPr>
              <a:xfrm>
                <a:off x="1987864" y="5060176"/>
                <a:ext cx="509303" cy="1283843"/>
              </a:xfrm>
              <a:prstGeom prst="round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zh-CN" altLang="en-US" sz="1308" dirty="0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rPr>
                  <a:t>深度图像</a:t>
                </a:r>
              </a:p>
            </p:txBody>
          </p:sp>
          <p:cxnSp>
            <p:nvCxnSpPr>
              <p:cNvPr id="29" name="连接符: 肘形 28">
                <a:extLst>
                  <a:ext uri="{FF2B5EF4-FFF2-40B4-BE49-F238E27FC236}">
                    <a16:creationId xmlns:a16="http://schemas.microsoft.com/office/drawing/2014/main" id="{D5F36C47-CF38-DC97-2175-3C5F0001F893}"/>
                  </a:ext>
                </a:extLst>
              </p:cNvPr>
              <p:cNvCxnSpPr>
                <a:stCxn id="4" idx="3"/>
                <a:endCxn id="5" idx="1"/>
              </p:cNvCxnSpPr>
              <p:nvPr/>
            </p:nvCxnSpPr>
            <p:spPr>
              <a:xfrm flipV="1">
                <a:off x="1188251" y="3134412"/>
                <a:ext cx="799613" cy="1283843"/>
              </a:xfrm>
              <a:prstGeom prst="bentConnector3">
                <a:avLst/>
              </a:prstGeom>
              <a:ln w="19050">
                <a:solidFill>
                  <a:schemeClr val="tx1"/>
                </a:solidFill>
                <a:headEnd type="none" w="lg" len="lg"/>
                <a:tailEnd type="triangle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0" name="连接符: 肘形 29">
                <a:extLst>
                  <a:ext uri="{FF2B5EF4-FFF2-40B4-BE49-F238E27FC236}">
                    <a16:creationId xmlns:a16="http://schemas.microsoft.com/office/drawing/2014/main" id="{ACB4336D-5B52-E7FE-1FC6-EF8CD7E5BCCD}"/>
                  </a:ext>
                </a:extLst>
              </p:cNvPr>
              <p:cNvCxnSpPr>
                <a:cxnSpLocks/>
                <a:stCxn id="4" idx="3"/>
                <a:endCxn id="6" idx="1"/>
              </p:cNvCxnSpPr>
              <p:nvPr/>
            </p:nvCxnSpPr>
            <p:spPr>
              <a:xfrm>
                <a:off x="1188251" y="4418255"/>
                <a:ext cx="799613" cy="1283843"/>
              </a:xfrm>
              <a:prstGeom prst="bentConnector3">
                <a:avLst>
                  <a:gd name="adj1" fmla="val 50000"/>
                </a:avLst>
              </a:prstGeom>
              <a:ln w="19050">
                <a:solidFill>
                  <a:schemeClr val="tx1"/>
                </a:solidFill>
                <a:headEnd type="none" w="lg" len="lg"/>
                <a:tailEnd type="triangle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214" name="组合 213">
                <a:extLst>
                  <a:ext uri="{FF2B5EF4-FFF2-40B4-BE49-F238E27FC236}">
                    <a16:creationId xmlns:a16="http://schemas.microsoft.com/office/drawing/2014/main" id="{C84FC0B2-8215-825D-9D80-7AA542DBCF07}"/>
                  </a:ext>
                </a:extLst>
              </p:cNvPr>
              <p:cNvGrpSpPr/>
              <p:nvPr/>
            </p:nvGrpSpPr>
            <p:grpSpPr>
              <a:xfrm>
                <a:off x="4758485" y="1267558"/>
                <a:ext cx="5937029" cy="6429496"/>
                <a:chOff x="4877018" y="287867"/>
                <a:chExt cx="5937029" cy="6429496"/>
              </a:xfrm>
            </p:grpSpPr>
            <p:sp>
              <p:nvSpPr>
                <p:cNvPr id="145" name="矩形 144">
                  <a:extLst>
                    <a:ext uri="{FF2B5EF4-FFF2-40B4-BE49-F238E27FC236}">
                      <a16:creationId xmlns:a16="http://schemas.microsoft.com/office/drawing/2014/main" id="{8175FBDE-B196-86AE-AF2B-8E642F5C2B06}"/>
                    </a:ext>
                  </a:extLst>
                </p:cNvPr>
                <p:cNvSpPr/>
                <p:nvPr/>
              </p:nvSpPr>
              <p:spPr>
                <a:xfrm>
                  <a:off x="6051544" y="3633480"/>
                  <a:ext cx="4762499" cy="1593849"/>
                </a:xfrm>
                <a:prstGeom prst="rect">
                  <a:avLst/>
                </a:prstGeom>
                <a:solidFill>
                  <a:schemeClr val="bg1">
                    <a:lumMod val="95000"/>
                  </a:schemeClr>
                </a:solidFill>
                <a:ln>
                  <a:solidFill>
                    <a:schemeClr val="tx1"/>
                  </a:solidFill>
                  <a:prstDash val="lgDash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/>
                </a:p>
              </p:txBody>
            </p:sp>
            <p:sp>
              <p:nvSpPr>
                <p:cNvPr id="122" name="矩形 121">
                  <a:extLst>
                    <a:ext uri="{FF2B5EF4-FFF2-40B4-BE49-F238E27FC236}">
                      <a16:creationId xmlns:a16="http://schemas.microsoft.com/office/drawing/2014/main" id="{DC897024-7763-0A81-07FC-D0582E9DA66A}"/>
                    </a:ext>
                  </a:extLst>
                </p:cNvPr>
                <p:cNvSpPr/>
                <p:nvPr/>
              </p:nvSpPr>
              <p:spPr>
                <a:xfrm>
                  <a:off x="6051546" y="1995819"/>
                  <a:ext cx="4762501" cy="1532251"/>
                </a:xfrm>
                <a:prstGeom prst="rect">
                  <a:avLst/>
                </a:prstGeom>
                <a:solidFill>
                  <a:schemeClr val="bg1">
                    <a:lumMod val="95000"/>
                  </a:schemeClr>
                </a:solidFill>
                <a:ln>
                  <a:solidFill>
                    <a:schemeClr val="tx1"/>
                  </a:solidFill>
                  <a:prstDash val="lgDash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121" name="矩形 120">
                  <a:extLst>
                    <a:ext uri="{FF2B5EF4-FFF2-40B4-BE49-F238E27FC236}">
                      <a16:creationId xmlns:a16="http://schemas.microsoft.com/office/drawing/2014/main" id="{5B204C8B-1304-6567-32A1-AC512DB0A1EF}"/>
                    </a:ext>
                  </a:extLst>
                </p:cNvPr>
                <p:cNvSpPr/>
                <p:nvPr/>
              </p:nvSpPr>
              <p:spPr>
                <a:xfrm>
                  <a:off x="6051549" y="287867"/>
                  <a:ext cx="4762498" cy="1593849"/>
                </a:xfrm>
                <a:prstGeom prst="rect">
                  <a:avLst/>
                </a:prstGeom>
                <a:solidFill>
                  <a:schemeClr val="bg1">
                    <a:lumMod val="95000"/>
                  </a:schemeClr>
                </a:solidFill>
                <a:ln>
                  <a:solidFill>
                    <a:schemeClr val="tx1"/>
                  </a:solidFill>
                  <a:prstDash val="lgDash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/>
                </a:p>
              </p:txBody>
            </p:sp>
            <p:sp>
              <p:nvSpPr>
                <p:cNvPr id="8" name="矩形: 圆角 7">
                  <a:extLst>
                    <a:ext uri="{FF2B5EF4-FFF2-40B4-BE49-F238E27FC236}">
                      <a16:creationId xmlns:a16="http://schemas.microsoft.com/office/drawing/2014/main" id="{7DD09EBD-EF5F-2C38-61B3-9C3A6D4292B1}"/>
                    </a:ext>
                  </a:extLst>
                </p:cNvPr>
                <p:cNvSpPr/>
                <p:nvPr/>
              </p:nvSpPr>
              <p:spPr>
                <a:xfrm>
                  <a:off x="4877019" y="461976"/>
                  <a:ext cx="865371" cy="1283844"/>
                </a:xfrm>
                <a:prstGeom prst="round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zh-CN" altLang="en-US" sz="1308" dirty="0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rPr>
                    <a:t>图像</a:t>
                  </a:r>
                  <a:endParaRPr lang="en-US" altLang="zh-CN" sz="1308" dirty="0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endParaRPr>
                </a:p>
                <a:p>
                  <a:pPr algn="ctr"/>
                  <a:r>
                    <a:rPr lang="zh-CN" altLang="en-US" sz="1308" dirty="0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rPr>
                    <a:t>预处理</a:t>
                  </a:r>
                  <a:endParaRPr lang="en-US" altLang="zh-CN" sz="1308" dirty="0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9" name="矩形: 圆角 8">
                  <a:extLst>
                    <a:ext uri="{FF2B5EF4-FFF2-40B4-BE49-F238E27FC236}">
                      <a16:creationId xmlns:a16="http://schemas.microsoft.com/office/drawing/2014/main" id="{77CD3D76-9009-EBBE-9BC8-889E305391A5}"/>
                    </a:ext>
                  </a:extLst>
                </p:cNvPr>
                <p:cNvSpPr/>
                <p:nvPr/>
              </p:nvSpPr>
              <p:spPr>
                <a:xfrm>
                  <a:off x="4877019" y="2119157"/>
                  <a:ext cx="865371" cy="1283844"/>
                </a:xfrm>
                <a:prstGeom prst="round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zh-CN" sz="1308" dirty="0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rPr>
                    <a:t>RGB-D</a:t>
                  </a:r>
                </a:p>
                <a:p>
                  <a:pPr algn="ctr"/>
                  <a:r>
                    <a:rPr lang="zh-CN" altLang="en-US" sz="1308" dirty="0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rPr>
                    <a:t>图像</a:t>
                  </a:r>
                  <a:endParaRPr lang="en-US" altLang="zh-CN" sz="1308" dirty="0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endParaRPr>
                </a:p>
                <a:p>
                  <a:pPr algn="ctr"/>
                  <a:r>
                    <a:rPr lang="zh-CN" altLang="en-US" sz="1308" dirty="0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rPr>
                    <a:t>处理</a:t>
                  </a:r>
                  <a:endParaRPr lang="en-US" altLang="zh-CN" sz="1308" dirty="0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10" name="矩形: 圆角 9">
                  <a:extLst>
                    <a:ext uri="{FF2B5EF4-FFF2-40B4-BE49-F238E27FC236}">
                      <a16:creationId xmlns:a16="http://schemas.microsoft.com/office/drawing/2014/main" id="{5626EC3D-6394-93EE-88C7-FB28CDAC1033}"/>
                    </a:ext>
                  </a:extLst>
                </p:cNvPr>
                <p:cNvSpPr/>
                <p:nvPr/>
              </p:nvSpPr>
              <p:spPr>
                <a:xfrm>
                  <a:off x="4877019" y="3776338"/>
                  <a:ext cx="865371" cy="1283844"/>
                </a:xfrm>
                <a:prstGeom prst="round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zh-CN" altLang="en-US" sz="1308" dirty="0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rPr>
                    <a:t>图像</a:t>
                  </a:r>
                  <a:endParaRPr lang="en-US" altLang="zh-CN" sz="1308" dirty="0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endParaRPr>
                </a:p>
                <a:p>
                  <a:pPr algn="ctr"/>
                  <a:r>
                    <a:rPr lang="zh-CN" altLang="en-US" sz="1308" dirty="0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rPr>
                    <a:t>检测</a:t>
                  </a:r>
                  <a:endParaRPr lang="en-US" altLang="zh-CN" sz="1308" dirty="0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11" name="矩形: 圆角 10">
                  <a:extLst>
                    <a:ext uri="{FF2B5EF4-FFF2-40B4-BE49-F238E27FC236}">
                      <a16:creationId xmlns:a16="http://schemas.microsoft.com/office/drawing/2014/main" id="{EFE39384-B5D6-E1C0-F4FF-25B75BBDA4DA}"/>
                    </a:ext>
                  </a:extLst>
                </p:cNvPr>
                <p:cNvSpPr/>
                <p:nvPr/>
              </p:nvSpPr>
              <p:spPr>
                <a:xfrm>
                  <a:off x="4877018" y="5433519"/>
                  <a:ext cx="865371" cy="1283844"/>
                </a:xfrm>
                <a:prstGeom prst="round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zh-CN" altLang="en-US" sz="1308" dirty="0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rPr>
                    <a:t>传回</a:t>
                  </a:r>
                  <a:endParaRPr lang="en-US" altLang="zh-CN" sz="1308" dirty="0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endParaRPr>
                </a:p>
                <a:p>
                  <a:pPr algn="ctr"/>
                  <a:r>
                    <a:rPr lang="zh-CN" altLang="en-US" sz="1308" dirty="0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rPr>
                    <a:t>小程序进行语音播报</a:t>
                  </a:r>
                  <a:endParaRPr lang="en-US" altLang="zh-CN" sz="1308" dirty="0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14" name="矩形: 圆角 13">
                  <a:extLst>
                    <a:ext uri="{FF2B5EF4-FFF2-40B4-BE49-F238E27FC236}">
                      <a16:creationId xmlns:a16="http://schemas.microsoft.com/office/drawing/2014/main" id="{59E21597-BE48-B6C4-2F70-861BFC73771D}"/>
                    </a:ext>
                  </a:extLst>
                </p:cNvPr>
                <p:cNvSpPr/>
                <p:nvPr/>
              </p:nvSpPr>
              <p:spPr>
                <a:xfrm>
                  <a:off x="6225734" y="461974"/>
                  <a:ext cx="568766" cy="1283843"/>
                </a:xfrm>
                <a:prstGeom prst="round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zh-CN" altLang="en-US" sz="1308" dirty="0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rPr>
                    <a:t>去畸变</a:t>
                  </a:r>
                </a:p>
              </p:txBody>
            </p:sp>
            <p:sp>
              <p:nvSpPr>
                <p:cNvPr id="15" name="矩形: 圆角 14">
                  <a:extLst>
                    <a:ext uri="{FF2B5EF4-FFF2-40B4-BE49-F238E27FC236}">
                      <a16:creationId xmlns:a16="http://schemas.microsoft.com/office/drawing/2014/main" id="{D2DAACA9-E6BB-6004-B3AE-E9FCE7F7687D}"/>
                    </a:ext>
                  </a:extLst>
                </p:cNvPr>
                <p:cNvSpPr/>
                <p:nvPr/>
              </p:nvSpPr>
              <p:spPr>
                <a:xfrm>
                  <a:off x="7512234" y="464629"/>
                  <a:ext cx="575803" cy="1283843"/>
                </a:xfrm>
                <a:prstGeom prst="round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zh-CN" altLang="en-US" sz="1308" dirty="0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rPr>
                    <a:t>深度值校正</a:t>
                  </a:r>
                </a:p>
              </p:txBody>
            </p:sp>
            <p:sp>
              <p:nvSpPr>
                <p:cNvPr id="16" name="矩形: 圆角 15">
                  <a:extLst>
                    <a:ext uri="{FF2B5EF4-FFF2-40B4-BE49-F238E27FC236}">
                      <a16:creationId xmlns:a16="http://schemas.microsoft.com/office/drawing/2014/main" id="{C6262C91-2416-5F32-CA86-314C76783A17}"/>
                    </a:ext>
                  </a:extLst>
                </p:cNvPr>
                <p:cNvSpPr/>
                <p:nvPr/>
              </p:nvSpPr>
              <p:spPr>
                <a:xfrm>
                  <a:off x="8691123" y="464629"/>
                  <a:ext cx="630370" cy="1283843"/>
                </a:xfrm>
                <a:prstGeom prst="round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zh-CN" altLang="en-US" sz="1308" dirty="0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rPr>
                    <a:t>配准并</a:t>
                  </a:r>
                  <a:endParaRPr lang="en-US" altLang="zh-CN" sz="1308" dirty="0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endParaRPr>
                </a:p>
                <a:p>
                  <a:pPr algn="ctr"/>
                  <a:r>
                    <a:rPr lang="zh-CN" altLang="en-US" sz="1308" dirty="0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rPr>
                    <a:t>叠加</a:t>
                  </a:r>
                </a:p>
              </p:txBody>
            </p:sp>
            <p:sp>
              <p:nvSpPr>
                <p:cNvPr id="17" name="矩形: 圆角 16">
                  <a:extLst>
                    <a:ext uri="{FF2B5EF4-FFF2-40B4-BE49-F238E27FC236}">
                      <a16:creationId xmlns:a16="http://schemas.microsoft.com/office/drawing/2014/main" id="{00EA9BD5-0A91-0AB7-C435-DDFA6A29D18D}"/>
                    </a:ext>
                  </a:extLst>
                </p:cNvPr>
                <p:cNvSpPr/>
                <p:nvPr/>
              </p:nvSpPr>
              <p:spPr>
                <a:xfrm>
                  <a:off x="10007599" y="461973"/>
                  <a:ext cx="689715" cy="1283843"/>
                </a:xfrm>
                <a:prstGeom prst="round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zh-CN" altLang="en-US" sz="1308" dirty="0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rPr>
                    <a:t>提取</a:t>
                  </a:r>
                  <a:r>
                    <a:rPr lang="en-US" altLang="zh-CN" sz="1308" dirty="0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rPr>
                    <a:t>RGB</a:t>
                  </a:r>
                </a:p>
                <a:p>
                  <a:pPr algn="ctr"/>
                  <a:r>
                    <a:rPr lang="zh-CN" altLang="en-US" sz="1308" dirty="0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rPr>
                    <a:t>信息进行融合</a:t>
                  </a:r>
                </a:p>
              </p:txBody>
            </p:sp>
            <p:sp>
              <p:nvSpPr>
                <p:cNvPr id="18" name="矩形: 圆角 17">
                  <a:extLst>
                    <a:ext uri="{FF2B5EF4-FFF2-40B4-BE49-F238E27FC236}">
                      <a16:creationId xmlns:a16="http://schemas.microsoft.com/office/drawing/2014/main" id="{B20EB29A-89B7-8F60-1C5A-1251967ABA42}"/>
                    </a:ext>
                  </a:extLst>
                </p:cNvPr>
                <p:cNvSpPr/>
                <p:nvPr/>
              </p:nvSpPr>
              <p:spPr>
                <a:xfrm>
                  <a:off x="6225734" y="2119157"/>
                  <a:ext cx="509303" cy="1283843"/>
                </a:xfrm>
                <a:prstGeom prst="round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zh-CN" altLang="en-US" sz="1308" dirty="0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rPr>
                    <a:t>特征提取</a:t>
                  </a:r>
                </a:p>
              </p:txBody>
            </p:sp>
            <p:sp>
              <p:nvSpPr>
                <p:cNvPr id="19" name="矩形: 圆角 18">
                  <a:extLst>
                    <a:ext uri="{FF2B5EF4-FFF2-40B4-BE49-F238E27FC236}">
                      <a16:creationId xmlns:a16="http://schemas.microsoft.com/office/drawing/2014/main" id="{55D203D1-EC9A-05C8-ADCA-E27181827BF0}"/>
                    </a:ext>
                  </a:extLst>
                </p:cNvPr>
                <p:cNvSpPr/>
                <p:nvPr/>
              </p:nvSpPr>
              <p:spPr>
                <a:xfrm>
                  <a:off x="7218381" y="2119156"/>
                  <a:ext cx="509303" cy="1283843"/>
                </a:xfrm>
                <a:prstGeom prst="round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zh-CN" altLang="en-US" sz="1308" dirty="0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rPr>
                    <a:t>特征描述</a:t>
                  </a:r>
                </a:p>
              </p:txBody>
            </p:sp>
            <p:sp>
              <p:nvSpPr>
                <p:cNvPr id="20" name="矩形: 圆角 19">
                  <a:extLst>
                    <a:ext uri="{FF2B5EF4-FFF2-40B4-BE49-F238E27FC236}">
                      <a16:creationId xmlns:a16="http://schemas.microsoft.com/office/drawing/2014/main" id="{542968D3-8F0F-E60A-7C86-B8844FBF63DC}"/>
                    </a:ext>
                  </a:extLst>
                </p:cNvPr>
                <p:cNvSpPr/>
                <p:nvPr/>
              </p:nvSpPr>
              <p:spPr>
                <a:xfrm>
                  <a:off x="8211028" y="2119156"/>
                  <a:ext cx="509303" cy="1283843"/>
                </a:xfrm>
                <a:prstGeom prst="round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zh-CN" altLang="en-US" sz="1308" dirty="0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rPr>
                    <a:t>特征匹配</a:t>
                  </a:r>
                </a:p>
              </p:txBody>
            </p:sp>
            <p:sp>
              <p:nvSpPr>
                <p:cNvPr id="21" name="矩形: 圆角 20">
                  <a:extLst>
                    <a:ext uri="{FF2B5EF4-FFF2-40B4-BE49-F238E27FC236}">
                      <a16:creationId xmlns:a16="http://schemas.microsoft.com/office/drawing/2014/main" id="{65118847-4187-819A-4569-FA0053DC25EB}"/>
                    </a:ext>
                  </a:extLst>
                </p:cNvPr>
                <p:cNvSpPr/>
                <p:nvPr/>
              </p:nvSpPr>
              <p:spPr>
                <a:xfrm>
                  <a:off x="9199520" y="2119155"/>
                  <a:ext cx="509303" cy="1283843"/>
                </a:xfrm>
                <a:prstGeom prst="round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zh-CN" altLang="en-US" sz="1308" dirty="0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rPr>
                    <a:t>变形矩阵</a:t>
                  </a:r>
                </a:p>
              </p:txBody>
            </p:sp>
            <p:sp>
              <p:nvSpPr>
                <p:cNvPr id="22" name="矩形: 圆角 21">
                  <a:extLst>
                    <a:ext uri="{FF2B5EF4-FFF2-40B4-BE49-F238E27FC236}">
                      <a16:creationId xmlns:a16="http://schemas.microsoft.com/office/drawing/2014/main" id="{1B41C9CE-C6D8-7126-F817-BA2D1EC43B03}"/>
                    </a:ext>
                  </a:extLst>
                </p:cNvPr>
                <p:cNvSpPr/>
                <p:nvPr/>
              </p:nvSpPr>
              <p:spPr>
                <a:xfrm>
                  <a:off x="10188012" y="2119155"/>
                  <a:ext cx="509303" cy="1283843"/>
                </a:xfrm>
                <a:prstGeom prst="round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zh-CN" altLang="en-US" sz="1308" dirty="0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rPr>
                    <a:t>图像变换</a:t>
                  </a:r>
                </a:p>
              </p:txBody>
            </p:sp>
            <p:sp>
              <p:nvSpPr>
                <p:cNvPr id="23" name="矩形: 圆角 22">
                  <a:extLst>
                    <a:ext uri="{FF2B5EF4-FFF2-40B4-BE49-F238E27FC236}">
                      <a16:creationId xmlns:a16="http://schemas.microsoft.com/office/drawing/2014/main" id="{D20D661A-EFC4-2368-D047-8AFFCEB47C4B}"/>
                    </a:ext>
                  </a:extLst>
                </p:cNvPr>
                <p:cNvSpPr/>
                <p:nvPr/>
              </p:nvSpPr>
              <p:spPr>
                <a:xfrm>
                  <a:off x="6257309" y="3776335"/>
                  <a:ext cx="511200" cy="1283843"/>
                </a:xfrm>
                <a:prstGeom prst="round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zh-CN" altLang="en-US" sz="1308" dirty="0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rPr>
                    <a:t>对</a:t>
                  </a:r>
                  <a:r>
                    <a:rPr lang="en-US" altLang="zh-CN" sz="1308" dirty="0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rPr>
                    <a:t>RGB</a:t>
                  </a:r>
                  <a:r>
                    <a:rPr lang="zh-CN" altLang="en-US" sz="1308" dirty="0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rPr>
                    <a:t>进行卷积</a:t>
                  </a:r>
                </a:p>
              </p:txBody>
            </p:sp>
            <p:sp>
              <p:nvSpPr>
                <p:cNvPr id="24" name="矩形: 圆角 23">
                  <a:extLst>
                    <a:ext uri="{FF2B5EF4-FFF2-40B4-BE49-F238E27FC236}">
                      <a16:creationId xmlns:a16="http://schemas.microsoft.com/office/drawing/2014/main" id="{C9290142-52CC-3A56-8C88-51216F00A2A7}"/>
                    </a:ext>
                  </a:extLst>
                </p:cNvPr>
                <p:cNvSpPr/>
                <p:nvPr/>
              </p:nvSpPr>
              <p:spPr>
                <a:xfrm>
                  <a:off x="7241552" y="3776334"/>
                  <a:ext cx="511201" cy="1283843"/>
                </a:xfrm>
                <a:prstGeom prst="round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zh-CN" altLang="en-US" sz="12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  <a:cs typeface="Times New Roman" panose="02020603050405020304" pitchFamily="18" charset="0"/>
                    </a:rPr>
                    <a:t>最大池化</a:t>
                  </a:r>
                </a:p>
              </p:txBody>
            </p:sp>
            <p:cxnSp>
              <p:nvCxnSpPr>
                <p:cNvPr id="58" name="直接箭头连接符 57">
                  <a:extLst>
                    <a:ext uri="{FF2B5EF4-FFF2-40B4-BE49-F238E27FC236}">
                      <a16:creationId xmlns:a16="http://schemas.microsoft.com/office/drawing/2014/main" id="{BD8D06EE-1906-B9A7-56A0-AA586B3E62F8}"/>
                    </a:ext>
                  </a:extLst>
                </p:cNvPr>
                <p:cNvCxnSpPr>
                  <a:cxnSpLocks/>
                  <a:stCxn id="8" idx="2"/>
                  <a:endCxn id="9" idx="0"/>
                </p:cNvCxnSpPr>
                <p:nvPr/>
              </p:nvCxnSpPr>
              <p:spPr>
                <a:xfrm>
                  <a:off x="5309705" y="1745820"/>
                  <a:ext cx="0" cy="373337"/>
                </a:xfrm>
                <a:prstGeom prst="straightConnector1">
                  <a:avLst/>
                </a:prstGeom>
                <a:ln w="19050">
                  <a:solidFill>
                    <a:schemeClr val="tx1"/>
                  </a:solidFill>
                  <a:headEnd type="none" w="lg" len="lg"/>
                  <a:tailEnd type="triangle" w="lg" len="lg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9" name="直接箭头连接符 58">
                  <a:extLst>
                    <a:ext uri="{FF2B5EF4-FFF2-40B4-BE49-F238E27FC236}">
                      <a16:creationId xmlns:a16="http://schemas.microsoft.com/office/drawing/2014/main" id="{D3EA9881-3FD0-849D-AEE5-A97D34B1EAA7}"/>
                    </a:ext>
                  </a:extLst>
                </p:cNvPr>
                <p:cNvCxnSpPr>
                  <a:cxnSpLocks/>
                  <a:endCxn id="10" idx="0"/>
                </p:cNvCxnSpPr>
                <p:nvPr/>
              </p:nvCxnSpPr>
              <p:spPr>
                <a:xfrm>
                  <a:off x="5309703" y="3402998"/>
                  <a:ext cx="2" cy="373340"/>
                </a:xfrm>
                <a:prstGeom prst="straightConnector1">
                  <a:avLst/>
                </a:prstGeom>
                <a:ln w="19050">
                  <a:solidFill>
                    <a:schemeClr val="tx1"/>
                  </a:solidFill>
                  <a:headEnd type="none" w="lg" len="lg"/>
                  <a:tailEnd type="triangle" w="lg" len="lg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0" name="直接箭头连接符 59">
                  <a:extLst>
                    <a:ext uri="{FF2B5EF4-FFF2-40B4-BE49-F238E27FC236}">
                      <a16:creationId xmlns:a16="http://schemas.microsoft.com/office/drawing/2014/main" id="{D45A3CD5-F5C6-375F-AACB-8F3D92E8A346}"/>
                    </a:ext>
                  </a:extLst>
                </p:cNvPr>
                <p:cNvCxnSpPr>
                  <a:cxnSpLocks/>
                  <a:stCxn id="10" idx="2"/>
                  <a:endCxn id="11" idx="0"/>
                </p:cNvCxnSpPr>
                <p:nvPr/>
              </p:nvCxnSpPr>
              <p:spPr>
                <a:xfrm flipH="1">
                  <a:off x="5309704" y="5060182"/>
                  <a:ext cx="1" cy="373337"/>
                </a:xfrm>
                <a:prstGeom prst="straightConnector1">
                  <a:avLst/>
                </a:prstGeom>
                <a:ln w="19050">
                  <a:solidFill>
                    <a:schemeClr val="tx1"/>
                  </a:solidFill>
                  <a:headEnd type="none" w="lg" len="lg"/>
                  <a:tailEnd type="triangle" w="lg" len="lg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7" name="直接箭头连接符 66">
                  <a:extLst>
                    <a:ext uri="{FF2B5EF4-FFF2-40B4-BE49-F238E27FC236}">
                      <a16:creationId xmlns:a16="http://schemas.microsoft.com/office/drawing/2014/main" id="{3506DEB8-AD92-FE41-09F5-F12D18D92716}"/>
                    </a:ext>
                  </a:extLst>
                </p:cNvPr>
                <p:cNvCxnSpPr>
                  <a:cxnSpLocks/>
                  <a:stCxn id="8" idx="3"/>
                  <a:endCxn id="14" idx="1"/>
                </p:cNvCxnSpPr>
                <p:nvPr/>
              </p:nvCxnSpPr>
              <p:spPr>
                <a:xfrm flipV="1">
                  <a:off x="5742390" y="1103896"/>
                  <a:ext cx="483344" cy="2"/>
                </a:xfrm>
                <a:prstGeom prst="straightConnector1">
                  <a:avLst/>
                </a:prstGeom>
                <a:ln w="19050">
                  <a:solidFill>
                    <a:schemeClr val="tx1"/>
                  </a:solidFill>
                  <a:headEnd type="none" w="lg" len="lg"/>
                  <a:tailEnd type="triangle" w="lg" len="lg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70" name="直接箭头连接符 69">
                  <a:extLst>
                    <a:ext uri="{FF2B5EF4-FFF2-40B4-BE49-F238E27FC236}">
                      <a16:creationId xmlns:a16="http://schemas.microsoft.com/office/drawing/2014/main" id="{1975BE01-E140-A4C1-A836-4EE87C753B6E}"/>
                    </a:ext>
                  </a:extLst>
                </p:cNvPr>
                <p:cNvCxnSpPr>
                  <a:cxnSpLocks/>
                  <a:stCxn id="14" idx="3"/>
                  <a:endCxn id="15" idx="1"/>
                </p:cNvCxnSpPr>
                <p:nvPr/>
              </p:nvCxnSpPr>
              <p:spPr>
                <a:xfrm>
                  <a:off x="6794500" y="1103896"/>
                  <a:ext cx="717734" cy="2655"/>
                </a:xfrm>
                <a:prstGeom prst="straightConnector1">
                  <a:avLst/>
                </a:prstGeom>
                <a:ln w="19050">
                  <a:solidFill>
                    <a:schemeClr val="tx1"/>
                  </a:solidFill>
                  <a:headEnd type="none" w="lg" len="lg"/>
                  <a:tailEnd type="triangle" w="lg" len="lg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71" name="直接箭头连接符 70">
                  <a:extLst>
                    <a:ext uri="{FF2B5EF4-FFF2-40B4-BE49-F238E27FC236}">
                      <a16:creationId xmlns:a16="http://schemas.microsoft.com/office/drawing/2014/main" id="{2F89B1F5-0A8E-EF44-981A-4C8FA40A83D8}"/>
                    </a:ext>
                  </a:extLst>
                </p:cNvPr>
                <p:cNvCxnSpPr>
                  <a:cxnSpLocks/>
                  <a:stCxn id="15" idx="3"/>
                  <a:endCxn id="16" idx="1"/>
                </p:cNvCxnSpPr>
                <p:nvPr/>
              </p:nvCxnSpPr>
              <p:spPr>
                <a:xfrm>
                  <a:off x="8088037" y="1106551"/>
                  <a:ext cx="603086" cy="0"/>
                </a:xfrm>
                <a:prstGeom prst="straightConnector1">
                  <a:avLst/>
                </a:prstGeom>
                <a:ln w="19050">
                  <a:solidFill>
                    <a:schemeClr val="tx1"/>
                  </a:solidFill>
                  <a:headEnd type="none" w="lg" len="lg"/>
                  <a:tailEnd type="triangle" w="lg" len="lg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72" name="直接箭头连接符 71">
                  <a:extLst>
                    <a:ext uri="{FF2B5EF4-FFF2-40B4-BE49-F238E27FC236}">
                      <a16:creationId xmlns:a16="http://schemas.microsoft.com/office/drawing/2014/main" id="{61FCF67F-CCA3-1971-EFD4-5BC36B132AD5}"/>
                    </a:ext>
                  </a:extLst>
                </p:cNvPr>
                <p:cNvCxnSpPr>
                  <a:cxnSpLocks/>
                  <a:stCxn id="16" idx="3"/>
                  <a:endCxn id="17" idx="1"/>
                </p:cNvCxnSpPr>
                <p:nvPr/>
              </p:nvCxnSpPr>
              <p:spPr>
                <a:xfrm flipV="1">
                  <a:off x="9321493" y="1103895"/>
                  <a:ext cx="686106" cy="2656"/>
                </a:xfrm>
                <a:prstGeom prst="straightConnector1">
                  <a:avLst/>
                </a:prstGeom>
                <a:ln w="19050">
                  <a:solidFill>
                    <a:schemeClr val="tx1"/>
                  </a:solidFill>
                  <a:headEnd type="none" w="lg" len="lg"/>
                  <a:tailEnd type="triangle" w="lg" len="lg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78" name="直接箭头连接符 77">
                  <a:extLst>
                    <a:ext uri="{FF2B5EF4-FFF2-40B4-BE49-F238E27FC236}">
                      <a16:creationId xmlns:a16="http://schemas.microsoft.com/office/drawing/2014/main" id="{988A61FF-47B1-9751-250A-B86AE1EF2929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5751214" y="2761072"/>
                  <a:ext cx="483344" cy="2"/>
                </a:xfrm>
                <a:prstGeom prst="straightConnector1">
                  <a:avLst/>
                </a:prstGeom>
                <a:ln w="19050">
                  <a:solidFill>
                    <a:schemeClr val="tx1"/>
                  </a:solidFill>
                  <a:headEnd type="none" w="lg" len="lg"/>
                  <a:tailEnd type="triangle" w="lg" len="lg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79" name="直接箭头连接符 78">
                  <a:extLst>
                    <a:ext uri="{FF2B5EF4-FFF2-40B4-BE49-F238E27FC236}">
                      <a16:creationId xmlns:a16="http://schemas.microsoft.com/office/drawing/2014/main" id="{B68B538D-E0EC-3AB9-3706-9A3CF50CECD5}"/>
                    </a:ext>
                  </a:extLst>
                </p:cNvPr>
                <p:cNvCxnSpPr>
                  <a:cxnSpLocks/>
                  <a:stCxn id="18" idx="3"/>
                  <a:endCxn id="19" idx="1"/>
                </p:cNvCxnSpPr>
                <p:nvPr/>
              </p:nvCxnSpPr>
              <p:spPr>
                <a:xfrm flipV="1">
                  <a:off x="6735037" y="2761078"/>
                  <a:ext cx="483344" cy="1"/>
                </a:xfrm>
                <a:prstGeom prst="straightConnector1">
                  <a:avLst/>
                </a:prstGeom>
                <a:ln w="19050">
                  <a:solidFill>
                    <a:schemeClr val="tx1"/>
                  </a:solidFill>
                  <a:headEnd type="none" w="lg" len="lg"/>
                  <a:tailEnd type="triangle" w="lg" len="lg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80" name="直接箭头连接符 79">
                  <a:extLst>
                    <a:ext uri="{FF2B5EF4-FFF2-40B4-BE49-F238E27FC236}">
                      <a16:creationId xmlns:a16="http://schemas.microsoft.com/office/drawing/2014/main" id="{E3EB6DD0-15DA-27A1-E2F2-6680CC11C49C}"/>
                    </a:ext>
                  </a:extLst>
                </p:cNvPr>
                <p:cNvCxnSpPr>
                  <a:cxnSpLocks/>
                  <a:stCxn id="19" idx="3"/>
                  <a:endCxn id="20" idx="1"/>
                </p:cNvCxnSpPr>
                <p:nvPr/>
              </p:nvCxnSpPr>
              <p:spPr>
                <a:xfrm>
                  <a:off x="7727684" y="2761078"/>
                  <a:ext cx="483344" cy="0"/>
                </a:xfrm>
                <a:prstGeom prst="straightConnector1">
                  <a:avLst/>
                </a:prstGeom>
                <a:ln w="19050">
                  <a:solidFill>
                    <a:schemeClr val="tx1"/>
                  </a:solidFill>
                  <a:headEnd type="none" w="lg" len="lg"/>
                  <a:tailEnd type="triangle" w="lg" len="lg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81" name="直接箭头连接符 80">
                  <a:extLst>
                    <a:ext uri="{FF2B5EF4-FFF2-40B4-BE49-F238E27FC236}">
                      <a16:creationId xmlns:a16="http://schemas.microsoft.com/office/drawing/2014/main" id="{128C7620-510C-D68B-3AC3-D2B1BF555F37}"/>
                    </a:ext>
                  </a:extLst>
                </p:cNvPr>
                <p:cNvCxnSpPr>
                  <a:cxnSpLocks/>
                  <a:stCxn id="20" idx="3"/>
                  <a:endCxn id="21" idx="1"/>
                </p:cNvCxnSpPr>
                <p:nvPr/>
              </p:nvCxnSpPr>
              <p:spPr>
                <a:xfrm flipV="1">
                  <a:off x="8720331" y="2761077"/>
                  <a:ext cx="479189" cy="1"/>
                </a:xfrm>
                <a:prstGeom prst="straightConnector1">
                  <a:avLst/>
                </a:prstGeom>
                <a:ln w="19050">
                  <a:solidFill>
                    <a:schemeClr val="tx1"/>
                  </a:solidFill>
                  <a:headEnd type="none" w="lg" len="lg"/>
                  <a:tailEnd type="triangle" w="lg" len="lg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82" name="直接箭头连接符 81">
                  <a:extLst>
                    <a:ext uri="{FF2B5EF4-FFF2-40B4-BE49-F238E27FC236}">
                      <a16:creationId xmlns:a16="http://schemas.microsoft.com/office/drawing/2014/main" id="{D6585A7E-97A2-5479-678F-96024EE969F8}"/>
                    </a:ext>
                  </a:extLst>
                </p:cNvPr>
                <p:cNvCxnSpPr>
                  <a:cxnSpLocks/>
                  <a:stCxn id="21" idx="3"/>
                  <a:endCxn id="22" idx="1"/>
                </p:cNvCxnSpPr>
                <p:nvPr/>
              </p:nvCxnSpPr>
              <p:spPr>
                <a:xfrm>
                  <a:off x="9708823" y="2761077"/>
                  <a:ext cx="479189" cy="0"/>
                </a:xfrm>
                <a:prstGeom prst="straightConnector1">
                  <a:avLst/>
                </a:prstGeom>
                <a:ln w="19050">
                  <a:solidFill>
                    <a:schemeClr val="tx1"/>
                  </a:solidFill>
                  <a:headEnd type="none" w="lg" len="lg"/>
                  <a:tailEnd type="triangle" w="lg" len="lg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91" name="直接箭头连接符 90">
                  <a:extLst>
                    <a:ext uri="{FF2B5EF4-FFF2-40B4-BE49-F238E27FC236}">
                      <a16:creationId xmlns:a16="http://schemas.microsoft.com/office/drawing/2014/main" id="{620B86D1-A503-BF5F-38F0-7A750669B750}"/>
                    </a:ext>
                  </a:extLst>
                </p:cNvPr>
                <p:cNvCxnSpPr>
                  <a:cxnSpLocks/>
                  <a:stCxn id="10" idx="3"/>
                  <a:endCxn id="23" idx="1"/>
                </p:cNvCxnSpPr>
                <p:nvPr/>
              </p:nvCxnSpPr>
              <p:spPr>
                <a:xfrm flipV="1">
                  <a:off x="5742390" y="4418257"/>
                  <a:ext cx="514919" cy="3"/>
                </a:xfrm>
                <a:prstGeom prst="straightConnector1">
                  <a:avLst/>
                </a:prstGeom>
                <a:ln w="19050">
                  <a:solidFill>
                    <a:schemeClr val="tx1"/>
                  </a:solidFill>
                  <a:headEnd type="none" w="lg" len="lg"/>
                  <a:tailEnd type="triangle" w="lg" len="lg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94" name="直接箭头连接符 93">
                  <a:extLst>
                    <a:ext uri="{FF2B5EF4-FFF2-40B4-BE49-F238E27FC236}">
                      <a16:creationId xmlns:a16="http://schemas.microsoft.com/office/drawing/2014/main" id="{CE149FCB-04E4-BD7C-3518-E89D03A81EA7}"/>
                    </a:ext>
                  </a:extLst>
                </p:cNvPr>
                <p:cNvCxnSpPr>
                  <a:cxnSpLocks/>
                  <a:stCxn id="23" idx="3"/>
                  <a:endCxn id="24" idx="1"/>
                </p:cNvCxnSpPr>
                <p:nvPr/>
              </p:nvCxnSpPr>
              <p:spPr>
                <a:xfrm flipV="1">
                  <a:off x="6768509" y="4418256"/>
                  <a:ext cx="473043" cy="1"/>
                </a:xfrm>
                <a:prstGeom prst="straightConnector1">
                  <a:avLst/>
                </a:prstGeom>
                <a:ln w="19050">
                  <a:solidFill>
                    <a:schemeClr val="tx1"/>
                  </a:solidFill>
                  <a:headEnd type="none" w="lg" len="lg"/>
                  <a:tailEnd type="triangle" w="lg" len="lg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151" name="矩形: 圆角 150">
                  <a:extLst>
                    <a:ext uri="{FF2B5EF4-FFF2-40B4-BE49-F238E27FC236}">
                      <a16:creationId xmlns:a16="http://schemas.microsoft.com/office/drawing/2014/main" id="{BE234D3B-E3F5-5DE5-A055-7995A3D9CF4B}"/>
                    </a:ext>
                  </a:extLst>
                </p:cNvPr>
                <p:cNvSpPr/>
                <p:nvPr/>
              </p:nvSpPr>
              <p:spPr>
                <a:xfrm>
                  <a:off x="8202563" y="3776336"/>
                  <a:ext cx="511200" cy="1283843"/>
                </a:xfrm>
                <a:prstGeom prst="round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zh-CN" altLang="en-US" sz="12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  <a:cs typeface="Times New Roman" panose="02020603050405020304" pitchFamily="18" charset="0"/>
                    </a:rPr>
                    <a:t>逐点分组卷积</a:t>
                  </a:r>
                </a:p>
              </p:txBody>
            </p:sp>
            <p:sp>
              <p:nvSpPr>
                <p:cNvPr id="153" name="矩形: 圆角 152">
                  <a:extLst>
                    <a:ext uri="{FF2B5EF4-FFF2-40B4-BE49-F238E27FC236}">
                      <a16:creationId xmlns:a16="http://schemas.microsoft.com/office/drawing/2014/main" id="{1C0A195C-ECF4-A504-5B1A-0E09ED4EA3ED}"/>
                    </a:ext>
                  </a:extLst>
                </p:cNvPr>
                <p:cNvSpPr/>
                <p:nvPr/>
              </p:nvSpPr>
              <p:spPr>
                <a:xfrm>
                  <a:off x="10177187" y="3776333"/>
                  <a:ext cx="541319" cy="1283843"/>
                </a:xfrm>
                <a:prstGeom prst="round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zh-CN" altLang="en-US" sz="12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  <a:cs typeface="Times New Roman" panose="02020603050405020304" pitchFamily="18" charset="0"/>
                    </a:rPr>
                    <a:t>全局池化</a:t>
                  </a:r>
                </a:p>
              </p:txBody>
            </p:sp>
            <p:cxnSp>
              <p:nvCxnSpPr>
                <p:cNvPr id="169" name="直接箭头连接符 168">
                  <a:extLst>
                    <a:ext uri="{FF2B5EF4-FFF2-40B4-BE49-F238E27FC236}">
                      <a16:creationId xmlns:a16="http://schemas.microsoft.com/office/drawing/2014/main" id="{1ADC84BD-BCF1-533D-BB17-333BE0E134E5}"/>
                    </a:ext>
                  </a:extLst>
                </p:cNvPr>
                <p:cNvCxnSpPr>
                  <a:cxnSpLocks/>
                  <a:stCxn id="24" idx="3"/>
                  <a:endCxn id="151" idx="1"/>
                </p:cNvCxnSpPr>
                <p:nvPr/>
              </p:nvCxnSpPr>
              <p:spPr>
                <a:xfrm>
                  <a:off x="7752753" y="4418256"/>
                  <a:ext cx="449810" cy="2"/>
                </a:xfrm>
                <a:prstGeom prst="straightConnector1">
                  <a:avLst/>
                </a:prstGeom>
                <a:ln w="19050">
                  <a:solidFill>
                    <a:schemeClr val="tx1"/>
                  </a:solidFill>
                  <a:headEnd type="none" w="lg" len="lg"/>
                  <a:tailEnd type="triangle" w="lg" len="lg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73" name="直接箭头连接符 172">
                  <a:extLst>
                    <a:ext uri="{FF2B5EF4-FFF2-40B4-BE49-F238E27FC236}">
                      <a16:creationId xmlns:a16="http://schemas.microsoft.com/office/drawing/2014/main" id="{DB190DBA-AD86-B1B9-7994-FEB04C7EAB94}"/>
                    </a:ext>
                  </a:extLst>
                </p:cNvPr>
                <p:cNvCxnSpPr>
                  <a:cxnSpLocks/>
                  <a:stCxn id="151" idx="3"/>
                  <a:endCxn id="180" idx="1"/>
                </p:cNvCxnSpPr>
                <p:nvPr/>
              </p:nvCxnSpPr>
              <p:spPr>
                <a:xfrm flipV="1">
                  <a:off x="8713763" y="4418255"/>
                  <a:ext cx="502414" cy="3"/>
                </a:xfrm>
                <a:prstGeom prst="straightConnector1">
                  <a:avLst/>
                </a:prstGeom>
                <a:ln w="19050">
                  <a:solidFill>
                    <a:schemeClr val="tx1"/>
                  </a:solidFill>
                  <a:headEnd type="none" w="lg" len="lg"/>
                  <a:tailEnd type="triangle" w="lg" len="lg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180" name="矩形: 圆角 179">
                  <a:extLst>
                    <a:ext uri="{FF2B5EF4-FFF2-40B4-BE49-F238E27FC236}">
                      <a16:creationId xmlns:a16="http://schemas.microsoft.com/office/drawing/2014/main" id="{FE49FB9B-E0E9-89B7-1333-DC9E76EF0401}"/>
                    </a:ext>
                  </a:extLst>
                </p:cNvPr>
                <p:cNvSpPr/>
                <p:nvPr/>
              </p:nvSpPr>
              <p:spPr>
                <a:xfrm>
                  <a:off x="9216177" y="3776333"/>
                  <a:ext cx="511200" cy="1283843"/>
                </a:xfrm>
                <a:prstGeom prst="round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zh-CN" altLang="en-US" sz="12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  <a:cs typeface="Times New Roman" panose="02020603050405020304" pitchFamily="18" charset="0"/>
                    </a:rPr>
                    <a:t>通道混洗</a:t>
                  </a:r>
                </a:p>
              </p:txBody>
            </p:sp>
            <p:cxnSp>
              <p:nvCxnSpPr>
                <p:cNvPr id="208" name="直接箭头连接符 207">
                  <a:extLst>
                    <a:ext uri="{FF2B5EF4-FFF2-40B4-BE49-F238E27FC236}">
                      <a16:creationId xmlns:a16="http://schemas.microsoft.com/office/drawing/2014/main" id="{6DC66C9D-ACF3-D024-0CDE-B6E33040BD0B}"/>
                    </a:ext>
                  </a:extLst>
                </p:cNvPr>
                <p:cNvCxnSpPr>
                  <a:cxnSpLocks/>
                  <a:stCxn id="180" idx="3"/>
                  <a:endCxn id="153" idx="1"/>
                </p:cNvCxnSpPr>
                <p:nvPr/>
              </p:nvCxnSpPr>
              <p:spPr>
                <a:xfrm>
                  <a:off x="9727377" y="4418255"/>
                  <a:ext cx="449810" cy="0"/>
                </a:xfrm>
                <a:prstGeom prst="straightConnector1">
                  <a:avLst/>
                </a:prstGeom>
                <a:ln w="19050">
                  <a:solidFill>
                    <a:schemeClr val="tx1"/>
                  </a:solidFill>
                  <a:headEnd type="none" w="lg" len="lg"/>
                  <a:tailEnd type="triangle" w="lg" len="lg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213" name="矩形: 圆角 212">
                <a:extLst>
                  <a:ext uri="{FF2B5EF4-FFF2-40B4-BE49-F238E27FC236}">
                    <a16:creationId xmlns:a16="http://schemas.microsoft.com/office/drawing/2014/main" id="{C5E4C2ED-5670-713F-812F-E604DE276B78}"/>
                  </a:ext>
                </a:extLst>
              </p:cNvPr>
              <p:cNvSpPr/>
              <p:nvPr/>
            </p:nvSpPr>
            <p:spPr>
              <a:xfrm>
                <a:off x="3097221" y="3776332"/>
                <a:ext cx="865371" cy="1283844"/>
              </a:xfrm>
              <a:prstGeom prst="round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zh-CN" altLang="en-US" sz="1308" dirty="0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rPr>
                  <a:t>传输到远程</a:t>
                </a:r>
                <a:endParaRPr lang="en-US" altLang="zh-CN" sz="1308" dirty="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endParaRPr>
              </a:p>
              <a:p>
                <a:pPr algn="ctr"/>
                <a:r>
                  <a:rPr lang="zh-CN" altLang="en-US" sz="1308" dirty="0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rPr>
                  <a:t>服务器</a:t>
                </a:r>
              </a:p>
            </p:txBody>
          </p:sp>
          <p:cxnSp>
            <p:nvCxnSpPr>
              <p:cNvPr id="216" name="连接符: 肘形 215">
                <a:extLst>
                  <a:ext uri="{FF2B5EF4-FFF2-40B4-BE49-F238E27FC236}">
                    <a16:creationId xmlns:a16="http://schemas.microsoft.com/office/drawing/2014/main" id="{2DF7F3DF-FEBF-49BB-9187-0C5BBA28A39D}"/>
                  </a:ext>
                </a:extLst>
              </p:cNvPr>
              <p:cNvCxnSpPr>
                <a:cxnSpLocks/>
                <a:stCxn id="5" idx="3"/>
                <a:endCxn id="213" idx="1"/>
              </p:cNvCxnSpPr>
              <p:nvPr/>
            </p:nvCxnSpPr>
            <p:spPr>
              <a:xfrm>
                <a:off x="2497167" y="3134412"/>
                <a:ext cx="600054" cy="1283842"/>
              </a:xfrm>
              <a:prstGeom prst="bentConnector3">
                <a:avLst>
                  <a:gd name="adj1" fmla="val 50000"/>
                </a:avLst>
              </a:prstGeom>
              <a:ln w="19050">
                <a:solidFill>
                  <a:schemeClr val="tx1"/>
                </a:solidFill>
                <a:headEnd type="none" w="lg" len="lg"/>
                <a:tailEnd type="triangle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9" name="连接符: 肘形 218">
                <a:extLst>
                  <a:ext uri="{FF2B5EF4-FFF2-40B4-BE49-F238E27FC236}">
                    <a16:creationId xmlns:a16="http://schemas.microsoft.com/office/drawing/2014/main" id="{F0E3A874-6225-5C5B-AFC6-42FC70F875CE}"/>
                  </a:ext>
                </a:extLst>
              </p:cNvPr>
              <p:cNvCxnSpPr>
                <a:cxnSpLocks/>
                <a:stCxn id="6" idx="3"/>
                <a:endCxn id="213" idx="1"/>
              </p:cNvCxnSpPr>
              <p:nvPr/>
            </p:nvCxnSpPr>
            <p:spPr>
              <a:xfrm flipV="1">
                <a:off x="2497167" y="4418254"/>
                <a:ext cx="600054" cy="1283844"/>
              </a:xfrm>
              <a:prstGeom prst="bentConnector3">
                <a:avLst>
                  <a:gd name="adj1" fmla="val 50000"/>
                </a:avLst>
              </a:prstGeom>
              <a:ln w="19050">
                <a:solidFill>
                  <a:schemeClr val="tx1"/>
                </a:solidFill>
                <a:headEnd type="none" w="lg" len="lg"/>
                <a:tailEnd type="triangle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2" name="连接符: 肘形 221">
                <a:extLst>
                  <a:ext uri="{FF2B5EF4-FFF2-40B4-BE49-F238E27FC236}">
                    <a16:creationId xmlns:a16="http://schemas.microsoft.com/office/drawing/2014/main" id="{5441FCBA-5BD5-C50F-1E21-01958C9B5B26}"/>
                  </a:ext>
                </a:extLst>
              </p:cNvPr>
              <p:cNvCxnSpPr>
                <a:cxnSpLocks/>
                <a:stCxn id="213" idx="3"/>
                <a:endCxn id="8" idx="1"/>
              </p:cNvCxnSpPr>
              <p:nvPr/>
            </p:nvCxnSpPr>
            <p:spPr>
              <a:xfrm flipV="1">
                <a:off x="3962592" y="2083589"/>
                <a:ext cx="795894" cy="2334665"/>
              </a:xfrm>
              <a:prstGeom prst="bentConnector3">
                <a:avLst>
                  <a:gd name="adj1" fmla="val 50000"/>
                </a:avLst>
              </a:prstGeom>
              <a:ln w="19050">
                <a:solidFill>
                  <a:schemeClr val="tx1"/>
                </a:solidFill>
                <a:headEnd type="none" w="lg" len="lg"/>
                <a:tailEnd type="triangle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5" name="连接符: 肘形 224">
                <a:extLst>
                  <a:ext uri="{FF2B5EF4-FFF2-40B4-BE49-F238E27FC236}">
                    <a16:creationId xmlns:a16="http://schemas.microsoft.com/office/drawing/2014/main" id="{678232FC-D3C2-A715-1D12-D8373648AB76}"/>
                  </a:ext>
                </a:extLst>
              </p:cNvPr>
              <p:cNvCxnSpPr>
                <a:cxnSpLocks/>
                <a:stCxn id="213" idx="3"/>
                <a:endCxn id="11" idx="1"/>
              </p:cNvCxnSpPr>
              <p:nvPr/>
            </p:nvCxnSpPr>
            <p:spPr>
              <a:xfrm>
                <a:off x="3962592" y="4418254"/>
                <a:ext cx="795893" cy="2636878"/>
              </a:xfrm>
              <a:prstGeom prst="bentConnector3">
                <a:avLst>
                  <a:gd name="adj1" fmla="val 50000"/>
                </a:avLst>
              </a:prstGeom>
              <a:ln w="19050">
                <a:solidFill>
                  <a:schemeClr val="tx1"/>
                </a:solidFill>
                <a:headEnd type="none" w="lg" len="lg"/>
                <a:tailEnd type="triangle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</p:spTree>
    <p:extLst>
      <p:ext uri="{BB962C8B-B14F-4D97-AF65-F5344CB8AC3E}">
        <p14:creationId xmlns:p14="http://schemas.microsoft.com/office/powerpoint/2010/main" val="416105742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 主题​​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主题​​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3346</TotalTime>
  <Words>80</Words>
  <Application>Microsoft Office PowerPoint</Application>
  <PresentationFormat>自定义</PresentationFormat>
  <Paragraphs>41</Paragraphs>
  <Slides>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</vt:i4>
      </vt:variant>
    </vt:vector>
  </HeadingPairs>
  <TitlesOfParts>
    <vt:vector size="8" baseType="lpstr">
      <vt:lpstr>宋体</vt:lpstr>
      <vt:lpstr>Arial</vt:lpstr>
      <vt:lpstr>Calibri</vt:lpstr>
      <vt:lpstr>Calibri Light</vt:lpstr>
      <vt:lpstr>Times New Roman</vt:lpstr>
      <vt:lpstr>Office 主题​​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jiaxin lin</dc:creator>
  <cp:lastModifiedBy>jiaxin lin</cp:lastModifiedBy>
  <cp:revision>2</cp:revision>
  <dcterms:created xsi:type="dcterms:W3CDTF">2024-05-18T02:24:00Z</dcterms:created>
  <dcterms:modified xsi:type="dcterms:W3CDTF">2024-05-20T10:10:24Z</dcterms:modified>
</cp:coreProperties>
</file>